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 snapToGrid="0" snapToObjects="1">
      <p:cViewPr>
        <p:scale>
          <a:sx n="93" d="100"/>
          <a:sy n="93" d="100"/>
        </p:scale>
        <p:origin x="122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AC8E-269D-9B45-961F-157A8CAA3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6A154-B706-7448-89CA-BCAEF1B52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4C735-E141-5642-8A7E-3A0A6006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C57E7-92B0-1C4F-B3C5-8D84AACB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01EC-B295-AC4D-A6B3-B7050046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0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1D3F-AA22-D94A-9C19-CDAB67F1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F668D-8455-EF4D-83BE-C5F9A02F0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ABDE0-A8E7-B843-89DE-F853EAB4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397F3-F6C2-A74F-B81C-7DF3EF4D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F9804-32B2-114E-812F-E6912C46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B885-4540-7444-B984-458A0F05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6C5A6-273A-8249-9E8B-709F71972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E617A-2909-7944-BF67-2A125335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AF713-14F9-364C-8A05-CE8B3978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B6D33-035E-4145-9633-0D35EC0B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6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5BD6-3215-3E40-906F-355CD200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57E6-D553-714F-AF78-399793337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65C49-BEA2-5E4C-A544-5AD6D124B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D1479-8CCA-854C-9D33-26C39A09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04E98-C615-1F41-A00E-3DE855DA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EC03-F524-7144-8A4D-A6A67AAD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0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2F90-390D-BA40-8880-E6D8A5B1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422FE-FE0E-AE47-ADB1-6996D4411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514CF-444E-A747-834B-67DAE2176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06D73-1DF9-9E4F-928A-7C17D31BE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9E5C9-8FD6-7D49-B120-8C742CB61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EECB5-5AC7-FF4A-8ECE-E9B4E9E9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D25F6-3ED0-2146-BB42-4AFA6815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AAC20-395A-FC49-A2D2-DB76787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1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8D30-662E-9049-A50E-7C6E9F59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3777E-B387-7A4C-A7BE-30ACEE77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5DD2D-8FCC-A448-BF3F-D7BF85B2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ED5A1-5A4C-BE45-B77E-2AAE17C3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5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9FF0A-F0C7-834E-B75C-C4D95CD2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717B7-BF8F-7B47-B208-99CB7B0A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EF065-C9D5-9648-8C5F-D4DA4B6D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3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799A-3A1A-984B-BF6C-9061E9B0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D2A41-1FDA-5C42-9D2D-3BA01DCF7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9A25A-C3D2-DB45-8A0F-2AE09BC6A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8506A-D2D1-5948-BF40-7AC5B01C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8BD16-7292-6341-A104-6CD11AF0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9EEA5-5A35-0D4B-9DBD-AE8C804F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8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A13A-CAAD-C745-93D9-6473A5ED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8E9DCA-89B8-DE48-9F76-F50CEAD4F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242B2-77F2-A44A-A70C-5A4C4EAC9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F170B-FAD4-9740-B0CB-87A7C7DF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01FD1-0B8C-6540-A082-3357A9C2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4B31D-B373-9343-A9B6-72CD3893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4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D469-C186-894B-94CA-3D0D1194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B89DD-7A2F-0E46-AADB-92AA59ABA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FE89-1517-2D49-916F-E2FDF692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D9810-B3BB-9B45-BE0A-6EE3E5EF5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5870F-3CE1-DB41-ABF8-CDE54CA5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1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0D414-1505-434B-88B8-B88A8CA0E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A4B89-4284-CD46-A1C1-0175F3CDB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13534-7179-2442-A7CE-D93FFE7D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AFAB-A3C3-894B-AFD0-EAFBD3A2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870CB-C715-5C4C-9D24-35774EE4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5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6105C-5A9D-8F4D-9ABC-3426DA61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A995F-8E95-EF49-A20C-FF60EE626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42A2D-0B11-B74A-A372-193512A4C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CE701-ABCE-A141-A9D1-47774BDC943A}" type="datetimeFigureOut">
              <a:rPr lang="en-US" smtClean="0"/>
              <a:t>10/21/20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8F8E9-818E-FF46-AC0A-EEC5A021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DC119-AFCD-924B-B7B9-38A5E8D31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56F29-E424-5948-8FCE-7DFE64E0B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7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rowtooth Flounder | NOAA Fisheries">
            <a:extLst>
              <a:ext uri="{FF2B5EF4-FFF2-40B4-BE49-F238E27FC236}">
                <a16:creationId xmlns:a16="http://schemas.microsoft.com/office/drawing/2014/main" id="{CE7B23E4-FCEF-E044-A959-416B3DFD0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5" t="19921" r="8396" b="20462"/>
          <a:stretch/>
        </p:blipFill>
        <p:spPr bwMode="auto">
          <a:xfrm>
            <a:off x="5929744" y="734292"/>
            <a:ext cx="2854037" cy="138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99A5D6A0-F43F-3F42-862E-9A0CAFFC7AAF}"/>
              </a:ext>
            </a:extLst>
          </p:cNvPr>
          <p:cNvSpPr/>
          <p:nvPr/>
        </p:nvSpPr>
        <p:spPr>
          <a:xfrm>
            <a:off x="952500" y="2674047"/>
            <a:ext cx="2679700" cy="951106"/>
          </a:xfrm>
          <a:custGeom>
            <a:avLst/>
            <a:gdLst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90172 w 10305143"/>
              <a:gd name="connsiteY2" fmla="*/ 12192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6241143 w 10305143"/>
              <a:gd name="connsiteY27" fmla="*/ 3048000 h 3657600"/>
              <a:gd name="connsiteX28" fmla="*/ 6647543 w 10305143"/>
              <a:gd name="connsiteY28" fmla="*/ 2496457 h 3657600"/>
              <a:gd name="connsiteX29" fmla="*/ 7126515 w 10305143"/>
              <a:gd name="connsiteY29" fmla="*/ 2351314 h 3657600"/>
              <a:gd name="connsiteX30" fmla="*/ 8113486 w 10305143"/>
              <a:gd name="connsiteY30" fmla="*/ 2540000 h 3657600"/>
              <a:gd name="connsiteX31" fmla="*/ 8258629 w 10305143"/>
              <a:gd name="connsiteY31" fmla="*/ 2467428 h 3657600"/>
              <a:gd name="connsiteX32" fmla="*/ 8345715 w 10305143"/>
              <a:gd name="connsiteY32" fmla="*/ 2249714 h 3657600"/>
              <a:gd name="connsiteX33" fmla="*/ 8345715 w 10305143"/>
              <a:gd name="connsiteY33" fmla="*/ 2002971 h 3657600"/>
              <a:gd name="connsiteX34" fmla="*/ 8563429 w 10305143"/>
              <a:gd name="connsiteY34" fmla="*/ 1988457 h 3657600"/>
              <a:gd name="connsiteX35" fmla="*/ 8766629 w 10305143"/>
              <a:gd name="connsiteY35" fmla="*/ 1973943 h 3657600"/>
              <a:gd name="connsiteX36" fmla="*/ 9013372 w 10305143"/>
              <a:gd name="connsiteY36" fmla="*/ 2119085 h 3657600"/>
              <a:gd name="connsiteX37" fmla="*/ 9303658 w 10305143"/>
              <a:gd name="connsiteY37" fmla="*/ 2351314 h 3657600"/>
              <a:gd name="connsiteX38" fmla="*/ 9898743 w 10305143"/>
              <a:gd name="connsiteY38" fmla="*/ 2931885 h 3657600"/>
              <a:gd name="connsiteX39" fmla="*/ 10058400 w 10305143"/>
              <a:gd name="connsiteY39" fmla="*/ 2902857 h 3657600"/>
              <a:gd name="connsiteX40" fmla="*/ 10247086 w 10305143"/>
              <a:gd name="connsiteY40" fmla="*/ 2699657 h 3657600"/>
              <a:gd name="connsiteX41" fmla="*/ 10305143 w 10305143"/>
              <a:gd name="connsiteY41" fmla="*/ 2540000 h 3657600"/>
              <a:gd name="connsiteX42" fmla="*/ 10305143 w 10305143"/>
              <a:gd name="connsiteY42" fmla="*/ 943428 h 3657600"/>
              <a:gd name="connsiteX43" fmla="*/ 10101943 w 10305143"/>
              <a:gd name="connsiteY43" fmla="*/ 754743 h 3657600"/>
              <a:gd name="connsiteX44" fmla="*/ 9942286 w 10305143"/>
              <a:gd name="connsiteY44" fmla="*/ 682171 h 3657600"/>
              <a:gd name="connsiteX45" fmla="*/ 9027886 w 10305143"/>
              <a:gd name="connsiteY45" fmla="*/ 1509485 h 3657600"/>
              <a:gd name="connsiteX46" fmla="*/ 8795658 w 10305143"/>
              <a:gd name="connsiteY46" fmla="*/ 1596571 h 3657600"/>
              <a:gd name="connsiteX47" fmla="*/ 8229600 w 10305143"/>
              <a:gd name="connsiteY47" fmla="*/ 1465943 h 3657600"/>
              <a:gd name="connsiteX48" fmla="*/ 8229600 w 10305143"/>
              <a:gd name="connsiteY48" fmla="*/ 1204685 h 3657600"/>
              <a:gd name="connsiteX49" fmla="*/ 8128000 w 10305143"/>
              <a:gd name="connsiteY49" fmla="*/ 1001485 h 3657600"/>
              <a:gd name="connsiteX50" fmla="*/ 7968343 w 10305143"/>
              <a:gd name="connsiteY50" fmla="*/ 972457 h 3657600"/>
              <a:gd name="connsiteX51" fmla="*/ 6923315 w 10305143"/>
              <a:gd name="connsiteY51" fmla="*/ 1204685 h 3657600"/>
              <a:gd name="connsiteX52" fmla="*/ 6531429 w 10305143"/>
              <a:gd name="connsiteY52" fmla="*/ 1088571 h 3657600"/>
              <a:gd name="connsiteX53" fmla="*/ 6066972 w 10305143"/>
              <a:gd name="connsiteY53" fmla="*/ 464457 h 3657600"/>
              <a:gd name="connsiteX54" fmla="*/ 5080000 w 10305143"/>
              <a:gd name="connsiteY54" fmla="*/ 769257 h 3657600"/>
              <a:gd name="connsiteX55" fmla="*/ 4702629 w 10305143"/>
              <a:gd name="connsiteY55" fmla="*/ 711200 h 3657600"/>
              <a:gd name="connsiteX56" fmla="*/ 4702629 w 10305143"/>
              <a:gd name="connsiteY56" fmla="*/ 522514 h 3657600"/>
              <a:gd name="connsiteX57" fmla="*/ 4847772 w 10305143"/>
              <a:gd name="connsiteY57" fmla="*/ 275771 h 3657600"/>
              <a:gd name="connsiteX58" fmla="*/ 4804229 w 10305143"/>
              <a:gd name="connsiteY58" fmla="*/ 101600 h 3657600"/>
              <a:gd name="connsiteX59" fmla="*/ 4572000 w 10305143"/>
              <a:gd name="connsiteY59" fmla="*/ 0 h 3657600"/>
              <a:gd name="connsiteX60" fmla="*/ 4339772 w 10305143"/>
              <a:gd name="connsiteY60" fmla="*/ 43543 h 3657600"/>
              <a:gd name="connsiteX61" fmla="*/ 4049486 w 10305143"/>
              <a:gd name="connsiteY61" fmla="*/ 188685 h 3657600"/>
              <a:gd name="connsiteX62" fmla="*/ 3759200 w 10305143"/>
              <a:gd name="connsiteY62" fmla="*/ 435428 h 3657600"/>
              <a:gd name="connsiteX63" fmla="*/ 3643086 w 10305143"/>
              <a:gd name="connsiteY63" fmla="*/ 638628 h 3657600"/>
              <a:gd name="connsiteX64" fmla="*/ 3454400 w 10305143"/>
              <a:gd name="connsiteY64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6241143 w 10305143"/>
              <a:gd name="connsiteY27" fmla="*/ 3048000 h 3657600"/>
              <a:gd name="connsiteX28" fmla="*/ 6647543 w 10305143"/>
              <a:gd name="connsiteY28" fmla="*/ 2496457 h 3657600"/>
              <a:gd name="connsiteX29" fmla="*/ 7126515 w 10305143"/>
              <a:gd name="connsiteY29" fmla="*/ 2351314 h 3657600"/>
              <a:gd name="connsiteX30" fmla="*/ 8113486 w 10305143"/>
              <a:gd name="connsiteY30" fmla="*/ 2540000 h 3657600"/>
              <a:gd name="connsiteX31" fmla="*/ 8258629 w 10305143"/>
              <a:gd name="connsiteY31" fmla="*/ 2467428 h 3657600"/>
              <a:gd name="connsiteX32" fmla="*/ 8345715 w 10305143"/>
              <a:gd name="connsiteY32" fmla="*/ 2249714 h 3657600"/>
              <a:gd name="connsiteX33" fmla="*/ 8345715 w 10305143"/>
              <a:gd name="connsiteY33" fmla="*/ 2002971 h 3657600"/>
              <a:gd name="connsiteX34" fmla="*/ 8563429 w 10305143"/>
              <a:gd name="connsiteY34" fmla="*/ 1988457 h 3657600"/>
              <a:gd name="connsiteX35" fmla="*/ 8766629 w 10305143"/>
              <a:gd name="connsiteY35" fmla="*/ 1973943 h 3657600"/>
              <a:gd name="connsiteX36" fmla="*/ 9013372 w 10305143"/>
              <a:gd name="connsiteY36" fmla="*/ 2119085 h 3657600"/>
              <a:gd name="connsiteX37" fmla="*/ 9303658 w 10305143"/>
              <a:gd name="connsiteY37" fmla="*/ 2351314 h 3657600"/>
              <a:gd name="connsiteX38" fmla="*/ 9898743 w 10305143"/>
              <a:gd name="connsiteY38" fmla="*/ 2931885 h 3657600"/>
              <a:gd name="connsiteX39" fmla="*/ 10058400 w 10305143"/>
              <a:gd name="connsiteY39" fmla="*/ 2902857 h 3657600"/>
              <a:gd name="connsiteX40" fmla="*/ 10247086 w 10305143"/>
              <a:gd name="connsiteY40" fmla="*/ 2699657 h 3657600"/>
              <a:gd name="connsiteX41" fmla="*/ 10305143 w 10305143"/>
              <a:gd name="connsiteY41" fmla="*/ 2540000 h 3657600"/>
              <a:gd name="connsiteX42" fmla="*/ 10305143 w 10305143"/>
              <a:gd name="connsiteY42" fmla="*/ 943428 h 3657600"/>
              <a:gd name="connsiteX43" fmla="*/ 10101943 w 10305143"/>
              <a:gd name="connsiteY43" fmla="*/ 754743 h 3657600"/>
              <a:gd name="connsiteX44" fmla="*/ 9942286 w 10305143"/>
              <a:gd name="connsiteY44" fmla="*/ 682171 h 3657600"/>
              <a:gd name="connsiteX45" fmla="*/ 9027886 w 10305143"/>
              <a:gd name="connsiteY45" fmla="*/ 1509485 h 3657600"/>
              <a:gd name="connsiteX46" fmla="*/ 8795658 w 10305143"/>
              <a:gd name="connsiteY46" fmla="*/ 1596571 h 3657600"/>
              <a:gd name="connsiteX47" fmla="*/ 8229600 w 10305143"/>
              <a:gd name="connsiteY47" fmla="*/ 1465943 h 3657600"/>
              <a:gd name="connsiteX48" fmla="*/ 8229600 w 10305143"/>
              <a:gd name="connsiteY48" fmla="*/ 1204685 h 3657600"/>
              <a:gd name="connsiteX49" fmla="*/ 8128000 w 10305143"/>
              <a:gd name="connsiteY49" fmla="*/ 1001485 h 3657600"/>
              <a:gd name="connsiteX50" fmla="*/ 7968343 w 10305143"/>
              <a:gd name="connsiteY50" fmla="*/ 972457 h 3657600"/>
              <a:gd name="connsiteX51" fmla="*/ 6923315 w 10305143"/>
              <a:gd name="connsiteY51" fmla="*/ 1204685 h 3657600"/>
              <a:gd name="connsiteX52" fmla="*/ 6531429 w 10305143"/>
              <a:gd name="connsiteY52" fmla="*/ 1088571 h 3657600"/>
              <a:gd name="connsiteX53" fmla="*/ 6066972 w 10305143"/>
              <a:gd name="connsiteY53" fmla="*/ 464457 h 3657600"/>
              <a:gd name="connsiteX54" fmla="*/ 5080000 w 10305143"/>
              <a:gd name="connsiteY54" fmla="*/ 769257 h 3657600"/>
              <a:gd name="connsiteX55" fmla="*/ 4702629 w 10305143"/>
              <a:gd name="connsiteY55" fmla="*/ 711200 h 3657600"/>
              <a:gd name="connsiteX56" fmla="*/ 4702629 w 10305143"/>
              <a:gd name="connsiteY56" fmla="*/ 522514 h 3657600"/>
              <a:gd name="connsiteX57" fmla="*/ 4847772 w 10305143"/>
              <a:gd name="connsiteY57" fmla="*/ 275771 h 3657600"/>
              <a:gd name="connsiteX58" fmla="*/ 4804229 w 10305143"/>
              <a:gd name="connsiteY58" fmla="*/ 101600 h 3657600"/>
              <a:gd name="connsiteX59" fmla="*/ 4572000 w 10305143"/>
              <a:gd name="connsiteY59" fmla="*/ 0 h 3657600"/>
              <a:gd name="connsiteX60" fmla="*/ 4339772 w 10305143"/>
              <a:gd name="connsiteY60" fmla="*/ 43543 h 3657600"/>
              <a:gd name="connsiteX61" fmla="*/ 4049486 w 10305143"/>
              <a:gd name="connsiteY61" fmla="*/ 188685 h 3657600"/>
              <a:gd name="connsiteX62" fmla="*/ 3759200 w 10305143"/>
              <a:gd name="connsiteY62" fmla="*/ 435428 h 3657600"/>
              <a:gd name="connsiteX63" fmla="*/ 3643086 w 10305143"/>
              <a:gd name="connsiteY63" fmla="*/ 638628 h 3657600"/>
              <a:gd name="connsiteX64" fmla="*/ 3454400 w 10305143"/>
              <a:gd name="connsiteY64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41143 w 10305143"/>
              <a:gd name="connsiteY28" fmla="*/ 30480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66972 w 10305143"/>
              <a:gd name="connsiteY54" fmla="*/ 464457 h 3657600"/>
              <a:gd name="connsiteX55" fmla="*/ 5080000 w 10305143"/>
              <a:gd name="connsiteY55" fmla="*/ 769257 h 3657600"/>
              <a:gd name="connsiteX56" fmla="*/ 4702629 w 10305143"/>
              <a:gd name="connsiteY56" fmla="*/ 711200 h 3657600"/>
              <a:gd name="connsiteX57" fmla="*/ 4702629 w 10305143"/>
              <a:gd name="connsiteY57" fmla="*/ 522514 h 3657600"/>
              <a:gd name="connsiteX58" fmla="*/ 4847772 w 10305143"/>
              <a:gd name="connsiteY58" fmla="*/ 275771 h 3657600"/>
              <a:gd name="connsiteX59" fmla="*/ 4804229 w 10305143"/>
              <a:gd name="connsiteY59" fmla="*/ 101600 h 3657600"/>
              <a:gd name="connsiteX60" fmla="*/ 4572000 w 10305143"/>
              <a:gd name="connsiteY60" fmla="*/ 0 h 3657600"/>
              <a:gd name="connsiteX61" fmla="*/ 4339772 w 10305143"/>
              <a:gd name="connsiteY61" fmla="*/ 43543 h 3657600"/>
              <a:gd name="connsiteX62" fmla="*/ 4049486 w 10305143"/>
              <a:gd name="connsiteY62" fmla="*/ 188685 h 3657600"/>
              <a:gd name="connsiteX63" fmla="*/ 3759200 w 10305143"/>
              <a:gd name="connsiteY63" fmla="*/ 435428 h 3657600"/>
              <a:gd name="connsiteX64" fmla="*/ 3643086 w 10305143"/>
              <a:gd name="connsiteY64" fmla="*/ 638628 h 3657600"/>
              <a:gd name="connsiteX65" fmla="*/ 3454400 w 10305143"/>
              <a:gd name="connsiteY65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66972 w 10305143"/>
              <a:gd name="connsiteY54" fmla="*/ 464457 h 3657600"/>
              <a:gd name="connsiteX55" fmla="*/ 5080000 w 10305143"/>
              <a:gd name="connsiteY55" fmla="*/ 769257 h 3657600"/>
              <a:gd name="connsiteX56" fmla="*/ 4702629 w 10305143"/>
              <a:gd name="connsiteY56" fmla="*/ 711200 h 3657600"/>
              <a:gd name="connsiteX57" fmla="*/ 4702629 w 10305143"/>
              <a:gd name="connsiteY57" fmla="*/ 522514 h 3657600"/>
              <a:gd name="connsiteX58" fmla="*/ 4847772 w 10305143"/>
              <a:gd name="connsiteY58" fmla="*/ 275771 h 3657600"/>
              <a:gd name="connsiteX59" fmla="*/ 4804229 w 10305143"/>
              <a:gd name="connsiteY59" fmla="*/ 101600 h 3657600"/>
              <a:gd name="connsiteX60" fmla="*/ 4572000 w 10305143"/>
              <a:gd name="connsiteY60" fmla="*/ 0 h 3657600"/>
              <a:gd name="connsiteX61" fmla="*/ 4339772 w 10305143"/>
              <a:gd name="connsiteY61" fmla="*/ 43543 h 3657600"/>
              <a:gd name="connsiteX62" fmla="*/ 4049486 w 10305143"/>
              <a:gd name="connsiteY62" fmla="*/ 188685 h 3657600"/>
              <a:gd name="connsiteX63" fmla="*/ 3759200 w 10305143"/>
              <a:gd name="connsiteY63" fmla="*/ 435428 h 3657600"/>
              <a:gd name="connsiteX64" fmla="*/ 3643086 w 10305143"/>
              <a:gd name="connsiteY64" fmla="*/ 638628 h 3657600"/>
              <a:gd name="connsiteX65" fmla="*/ 3454400 w 10305143"/>
              <a:gd name="connsiteY65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79672 w 10305143"/>
              <a:gd name="connsiteY54" fmla="*/ 515257 h 3657600"/>
              <a:gd name="connsiteX55" fmla="*/ 5080000 w 10305143"/>
              <a:gd name="connsiteY55" fmla="*/ 769257 h 3657600"/>
              <a:gd name="connsiteX56" fmla="*/ 4702629 w 10305143"/>
              <a:gd name="connsiteY56" fmla="*/ 711200 h 3657600"/>
              <a:gd name="connsiteX57" fmla="*/ 4702629 w 10305143"/>
              <a:gd name="connsiteY57" fmla="*/ 522514 h 3657600"/>
              <a:gd name="connsiteX58" fmla="*/ 4847772 w 10305143"/>
              <a:gd name="connsiteY58" fmla="*/ 275771 h 3657600"/>
              <a:gd name="connsiteX59" fmla="*/ 4804229 w 10305143"/>
              <a:gd name="connsiteY59" fmla="*/ 101600 h 3657600"/>
              <a:gd name="connsiteX60" fmla="*/ 4572000 w 10305143"/>
              <a:gd name="connsiteY60" fmla="*/ 0 h 3657600"/>
              <a:gd name="connsiteX61" fmla="*/ 4339772 w 10305143"/>
              <a:gd name="connsiteY61" fmla="*/ 43543 h 3657600"/>
              <a:gd name="connsiteX62" fmla="*/ 4049486 w 10305143"/>
              <a:gd name="connsiteY62" fmla="*/ 188685 h 3657600"/>
              <a:gd name="connsiteX63" fmla="*/ 3759200 w 10305143"/>
              <a:gd name="connsiteY63" fmla="*/ 435428 h 3657600"/>
              <a:gd name="connsiteX64" fmla="*/ 3643086 w 10305143"/>
              <a:gd name="connsiteY64" fmla="*/ 638628 h 3657600"/>
              <a:gd name="connsiteX65" fmla="*/ 3454400 w 10305143"/>
              <a:gd name="connsiteY65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79672 w 10305143"/>
              <a:gd name="connsiteY54" fmla="*/ 515257 h 3657600"/>
              <a:gd name="connsiteX55" fmla="*/ 5080000 w 10305143"/>
              <a:gd name="connsiteY55" fmla="*/ 769257 h 3657600"/>
              <a:gd name="connsiteX56" fmla="*/ 4702629 w 10305143"/>
              <a:gd name="connsiteY56" fmla="*/ 711200 h 3657600"/>
              <a:gd name="connsiteX57" fmla="*/ 4702629 w 10305143"/>
              <a:gd name="connsiteY57" fmla="*/ 522514 h 3657600"/>
              <a:gd name="connsiteX58" fmla="*/ 4847772 w 10305143"/>
              <a:gd name="connsiteY58" fmla="*/ 275771 h 3657600"/>
              <a:gd name="connsiteX59" fmla="*/ 4804229 w 10305143"/>
              <a:gd name="connsiteY59" fmla="*/ 101600 h 3657600"/>
              <a:gd name="connsiteX60" fmla="*/ 4572000 w 10305143"/>
              <a:gd name="connsiteY60" fmla="*/ 0 h 3657600"/>
              <a:gd name="connsiteX61" fmla="*/ 4339772 w 10305143"/>
              <a:gd name="connsiteY61" fmla="*/ 43543 h 3657600"/>
              <a:gd name="connsiteX62" fmla="*/ 4049486 w 10305143"/>
              <a:gd name="connsiteY62" fmla="*/ 188685 h 3657600"/>
              <a:gd name="connsiteX63" fmla="*/ 3759200 w 10305143"/>
              <a:gd name="connsiteY63" fmla="*/ 435428 h 3657600"/>
              <a:gd name="connsiteX64" fmla="*/ 3643086 w 10305143"/>
              <a:gd name="connsiteY64" fmla="*/ 638628 h 3657600"/>
              <a:gd name="connsiteX65" fmla="*/ 3454400 w 10305143"/>
              <a:gd name="connsiteY65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79672 w 10305143"/>
              <a:gd name="connsiteY54" fmla="*/ 515257 h 3657600"/>
              <a:gd name="connsiteX55" fmla="*/ 5241472 w 10305143"/>
              <a:gd name="connsiteY55" fmla="*/ 685800 h 3657600"/>
              <a:gd name="connsiteX56" fmla="*/ 5080000 w 10305143"/>
              <a:gd name="connsiteY56" fmla="*/ 769257 h 3657600"/>
              <a:gd name="connsiteX57" fmla="*/ 4702629 w 10305143"/>
              <a:gd name="connsiteY57" fmla="*/ 711200 h 3657600"/>
              <a:gd name="connsiteX58" fmla="*/ 4702629 w 10305143"/>
              <a:gd name="connsiteY58" fmla="*/ 522514 h 3657600"/>
              <a:gd name="connsiteX59" fmla="*/ 4847772 w 10305143"/>
              <a:gd name="connsiteY59" fmla="*/ 275771 h 3657600"/>
              <a:gd name="connsiteX60" fmla="*/ 4804229 w 10305143"/>
              <a:gd name="connsiteY60" fmla="*/ 101600 h 3657600"/>
              <a:gd name="connsiteX61" fmla="*/ 4572000 w 10305143"/>
              <a:gd name="connsiteY61" fmla="*/ 0 h 3657600"/>
              <a:gd name="connsiteX62" fmla="*/ 4339772 w 10305143"/>
              <a:gd name="connsiteY62" fmla="*/ 43543 h 3657600"/>
              <a:gd name="connsiteX63" fmla="*/ 4049486 w 10305143"/>
              <a:gd name="connsiteY63" fmla="*/ 188685 h 3657600"/>
              <a:gd name="connsiteX64" fmla="*/ 3759200 w 10305143"/>
              <a:gd name="connsiteY64" fmla="*/ 435428 h 3657600"/>
              <a:gd name="connsiteX65" fmla="*/ 3643086 w 10305143"/>
              <a:gd name="connsiteY65" fmla="*/ 638628 h 3657600"/>
              <a:gd name="connsiteX66" fmla="*/ 3454400 w 10305143"/>
              <a:gd name="connsiteY66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6923315 w 10305143"/>
              <a:gd name="connsiteY52" fmla="*/ 1204685 h 3657600"/>
              <a:gd name="connsiteX53" fmla="*/ 6531429 w 10305143"/>
              <a:gd name="connsiteY53" fmla="*/ 1088571 h 3657600"/>
              <a:gd name="connsiteX54" fmla="*/ 6079672 w 10305143"/>
              <a:gd name="connsiteY54" fmla="*/ 515257 h 3657600"/>
              <a:gd name="connsiteX55" fmla="*/ 5241472 w 10305143"/>
              <a:gd name="connsiteY55" fmla="*/ 685800 h 3657600"/>
              <a:gd name="connsiteX56" fmla="*/ 4991100 w 10305143"/>
              <a:gd name="connsiteY56" fmla="*/ 756557 h 3657600"/>
              <a:gd name="connsiteX57" fmla="*/ 4702629 w 10305143"/>
              <a:gd name="connsiteY57" fmla="*/ 711200 h 3657600"/>
              <a:gd name="connsiteX58" fmla="*/ 4702629 w 10305143"/>
              <a:gd name="connsiteY58" fmla="*/ 522514 h 3657600"/>
              <a:gd name="connsiteX59" fmla="*/ 4847772 w 10305143"/>
              <a:gd name="connsiteY59" fmla="*/ 275771 h 3657600"/>
              <a:gd name="connsiteX60" fmla="*/ 4804229 w 10305143"/>
              <a:gd name="connsiteY60" fmla="*/ 101600 h 3657600"/>
              <a:gd name="connsiteX61" fmla="*/ 4572000 w 10305143"/>
              <a:gd name="connsiteY61" fmla="*/ 0 h 3657600"/>
              <a:gd name="connsiteX62" fmla="*/ 4339772 w 10305143"/>
              <a:gd name="connsiteY62" fmla="*/ 43543 h 3657600"/>
              <a:gd name="connsiteX63" fmla="*/ 4049486 w 10305143"/>
              <a:gd name="connsiteY63" fmla="*/ 188685 h 3657600"/>
              <a:gd name="connsiteX64" fmla="*/ 3759200 w 10305143"/>
              <a:gd name="connsiteY64" fmla="*/ 435428 h 3657600"/>
              <a:gd name="connsiteX65" fmla="*/ 3643086 w 10305143"/>
              <a:gd name="connsiteY65" fmla="*/ 638628 h 3657600"/>
              <a:gd name="connsiteX66" fmla="*/ 3454400 w 10305143"/>
              <a:gd name="connsiteY66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8113486 w 10305143"/>
              <a:gd name="connsiteY31" fmla="*/ 2540000 h 3657600"/>
              <a:gd name="connsiteX32" fmla="*/ 8258629 w 10305143"/>
              <a:gd name="connsiteY32" fmla="*/ 2467428 h 3657600"/>
              <a:gd name="connsiteX33" fmla="*/ 8345715 w 10305143"/>
              <a:gd name="connsiteY33" fmla="*/ 2249714 h 3657600"/>
              <a:gd name="connsiteX34" fmla="*/ 8345715 w 10305143"/>
              <a:gd name="connsiteY34" fmla="*/ 2002971 h 3657600"/>
              <a:gd name="connsiteX35" fmla="*/ 8563429 w 10305143"/>
              <a:gd name="connsiteY35" fmla="*/ 1988457 h 3657600"/>
              <a:gd name="connsiteX36" fmla="*/ 8766629 w 10305143"/>
              <a:gd name="connsiteY36" fmla="*/ 1973943 h 3657600"/>
              <a:gd name="connsiteX37" fmla="*/ 9013372 w 10305143"/>
              <a:gd name="connsiteY37" fmla="*/ 2119085 h 3657600"/>
              <a:gd name="connsiteX38" fmla="*/ 9303658 w 10305143"/>
              <a:gd name="connsiteY38" fmla="*/ 2351314 h 3657600"/>
              <a:gd name="connsiteX39" fmla="*/ 9898743 w 10305143"/>
              <a:gd name="connsiteY39" fmla="*/ 2931885 h 3657600"/>
              <a:gd name="connsiteX40" fmla="*/ 10058400 w 10305143"/>
              <a:gd name="connsiteY40" fmla="*/ 2902857 h 3657600"/>
              <a:gd name="connsiteX41" fmla="*/ 10247086 w 10305143"/>
              <a:gd name="connsiteY41" fmla="*/ 2699657 h 3657600"/>
              <a:gd name="connsiteX42" fmla="*/ 10305143 w 10305143"/>
              <a:gd name="connsiteY42" fmla="*/ 2540000 h 3657600"/>
              <a:gd name="connsiteX43" fmla="*/ 10305143 w 10305143"/>
              <a:gd name="connsiteY43" fmla="*/ 943428 h 3657600"/>
              <a:gd name="connsiteX44" fmla="*/ 10101943 w 10305143"/>
              <a:gd name="connsiteY44" fmla="*/ 754743 h 3657600"/>
              <a:gd name="connsiteX45" fmla="*/ 9942286 w 10305143"/>
              <a:gd name="connsiteY45" fmla="*/ 682171 h 3657600"/>
              <a:gd name="connsiteX46" fmla="*/ 9027886 w 10305143"/>
              <a:gd name="connsiteY46" fmla="*/ 1509485 h 3657600"/>
              <a:gd name="connsiteX47" fmla="*/ 8795658 w 10305143"/>
              <a:gd name="connsiteY47" fmla="*/ 1596571 h 3657600"/>
              <a:gd name="connsiteX48" fmla="*/ 8229600 w 10305143"/>
              <a:gd name="connsiteY48" fmla="*/ 1465943 h 3657600"/>
              <a:gd name="connsiteX49" fmla="*/ 8229600 w 10305143"/>
              <a:gd name="connsiteY49" fmla="*/ 1204685 h 3657600"/>
              <a:gd name="connsiteX50" fmla="*/ 8128000 w 10305143"/>
              <a:gd name="connsiteY50" fmla="*/ 1001485 h 3657600"/>
              <a:gd name="connsiteX51" fmla="*/ 7968343 w 10305143"/>
              <a:gd name="connsiteY51" fmla="*/ 972457 h 3657600"/>
              <a:gd name="connsiteX52" fmla="*/ 7362372 w 10305143"/>
              <a:gd name="connsiteY52" fmla="*/ 1054100 h 3657600"/>
              <a:gd name="connsiteX53" fmla="*/ 6923315 w 10305143"/>
              <a:gd name="connsiteY53" fmla="*/ 1204685 h 3657600"/>
              <a:gd name="connsiteX54" fmla="*/ 6531429 w 10305143"/>
              <a:gd name="connsiteY54" fmla="*/ 1088571 h 3657600"/>
              <a:gd name="connsiteX55" fmla="*/ 6079672 w 10305143"/>
              <a:gd name="connsiteY55" fmla="*/ 515257 h 3657600"/>
              <a:gd name="connsiteX56" fmla="*/ 5241472 w 10305143"/>
              <a:gd name="connsiteY56" fmla="*/ 685800 h 3657600"/>
              <a:gd name="connsiteX57" fmla="*/ 4991100 w 10305143"/>
              <a:gd name="connsiteY57" fmla="*/ 756557 h 3657600"/>
              <a:gd name="connsiteX58" fmla="*/ 4702629 w 10305143"/>
              <a:gd name="connsiteY58" fmla="*/ 711200 h 3657600"/>
              <a:gd name="connsiteX59" fmla="*/ 4702629 w 10305143"/>
              <a:gd name="connsiteY59" fmla="*/ 522514 h 3657600"/>
              <a:gd name="connsiteX60" fmla="*/ 4847772 w 10305143"/>
              <a:gd name="connsiteY60" fmla="*/ 275771 h 3657600"/>
              <a:gd name="connsiteX61" fmla="*/ 4804229 w 10305143"/>
              <a:gd name="connsiteY61" fmla="*/ 101600 h 3657600"/>
              <a:gd name="connsiteX62" fmla="*/ 4572000 w 10305143"/>
              <a:gd name="connsiteY62" fmla="*/ 0 h 3657600"/>
              <a:gd name="connsiteX63" fmla="*/ 4339772 w 10305143"/>
              <a:gd name="connsiteY63" fmla="*/ 43543 h 3657600"/>
              <a:gd name="connsiteX64" fmla="*/ 4049486 w 10305143"/>
              <a:gd name="connsiteY64" fmla="*/ 188685 h 3657600"/>
              <a:gd name="connsiteX65" fmla="*/ 3759200 w 10305143"/>
              <a:gd name="connsiteY65" fmla="*/ 435428 h 3657600"/>
              <a:gd name="connsiteX66" fmla="*/ 3643086 w 10305143"/>
              <a:gd name="connsiteY66" fmla="*/ 638628 h 3657600"/>
              <a:gd name="connsiteX67" fmla="*/ 3454400 w 10305143"/>
              <a:gd name="connsiteY67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647543 w 10305143"/>
              <a:gd name="connsiteY29" fmla="*/ 2496457 h 3657600"/>
              <a:gd name="connsiteX30" fmla="*/ 7126515 w 10305143"/>
              <a:gd name="connsiteY30" fmla="*/ 2351314 h 3657600"/>
              <a:gd name="connsiteX31" fmla="*/ 7603672 w 10305143"/>
              <a:gd name="connsiteY31" fmla="*/ 2501900 h 3657600"/>
              <a:gd name="connsiteX32" fmla="*/ 8113486 w 10305143"/>
              <a:gd name="connsiteY32" fmla="*/ 2540000 h 3657600"/>
              <a:gd name="connsiteX33" fmla="*/ 8258629 w 10305143"/>
              <a:gd name="connsiteY33" fmla="*/ 2467428 h 3657600"/>
              <a:gd name="connsiteX34" fmla="*/ 8345715 w 10305143"/>
              <a:gd name="connsiteY34" fmla="*/ 2249714 h 3657600"/>
              <a:gd name="connsiteX35" fmla="*/ 8345715 w 10305143"/>
              <a:gd name="connsiteY35" fmla="*/ 2002971 h 3657600"/>
              <a:gd name="connsiteX36" fmla="*/ 8563429 w 10305143"/>
              <a:gd name="connsiteY36" fmla="*/ 1988457 h 3657600"/>
              <a:gd name="connsiteX37" fmla="*/ 8766629 w 10305143"/>
              <a:gd name="connsiteY37" fmla="*/ 1973943 h 3657600"/>
              <a:gd name="connsiteX38" fmla="*/ 9013372 w 10305143"/>
              <a:gd name="connsiteY38" fmla="*/ 2119085 h 3657600"/>
              <a:gd name="connsiteX39" fmla="*/ 9303658 w 10305143"/>
              <a:gd name="connsiteY39" fmla="*/ 2351314 h 3657600"/>
              <a:gd name="connsiteX40" fmla="*/ 9898743 w 10305143"/>
              <a:gd name="connsiteY40" fmla="*/ 2931885 h 3657600"/>
              <a:gd name="connsiteX41" fmla="*/ 10058400 w 10305143"/>
              <a:gd name="connsiteY41" fmla="*/ 2902857 h 3657600"/>
              <a:gd name="connsiteX42" fmla="*/ 10247086 w 10305143"/>
              <a:gd name="connsiteY42" fmla="*/ 2699657 h 3657600"/>
              <a:gd name="connsiteX43" fmla="*/ 10305143 w 10305143"/>
              <a:gd name="connsiteY43" fmla="*/ 2540000 h 3657600"/>
              <a:gd name="connsiteX44" fmla="*/ 10305143 w 10305143"/>
              <a:gd name="connsiteY44" fmla="*/ 943428 h 3657600"/>
              <a:gd name="connsiteX45" fmla="*/ 10101943 w 10305143"/>
              <a:gd name="connsiteY45" fmla="*/ 754743 h 3657600"/>
              <a:gd name="connsiteX46" fmla="*/ 9942286 w 10305143"/>
              <a:gd name="connsiteY46" fmla="*/ 682171 h 3657600"/>
              <a:gd name="connsiteX47" fmla="*/ 9027886 w 10305143"/>
              <a:gd name="connsiteY47" fmla="*/ 1509485 h 3657600"/>
              <a:gd name="connsiteX48" fmla="*/ 8795658 w 10305143"/>
              <a:gd name="connsiteY48" fmla="*/ 1596571 h 3657600"/>
              <a:gd name="connsiteX49" fmla="*/ 8229600 w 10305143"/>
              <a:gd name="connsiteY49" fmla="*/ 1465943 h 3657600"/>
              <a:gd name="connsiteX50" fmla="*/ 8229600 w 10305143"/>
              <a:gd name="connsiteY50" fmla="*/ 1204685 h 3657600"/>
              <a:gd name="connsiteX51" fmla="*/ 8128000 w 10305143"/>
              <a:gd name="connsiteY51" fmla="*/ 1001485 h 3657600"/>
              <a:gd name="connsiteX52" fmla="*/ 7968343 w 10305143"/>
              <a:gd name="connsiteY52" fmla="*/ 972457 h 3657600"/>
              <a:gd name="connsiteX53" fmla="*/ 7362372 w 10305143"/>
              <a:gd name="connsiteY53" fmla="*/ 1054100 h 3657600"/>
              <a:gd name="connsiteX54" fmla="*/ 6923315 w 10305143"/>
              <a:gd name="connsiteY54" fmla="*/ 1204685 h 3657600"/>
              <a:gd name="connsiteX55" fmla="*/ 6531429 w 10305143"/>
              <a:gd name="connsiteY55" fmla="*/ 1088571 h 3657600"/>
              <a:gd name="connsiteX56" fmla="*/ 6079672 w 10305143"/>
              <a:gd name="connsiteY56" fmla="*/ 515257 h 3657600"/>
              <a:gd name="connsiteX57" fmla="*/ 5241472 w 10305143"/>
              <a:gd name="connsiteY57" fmla="*/ 685800 h 3657600"/>
              <a:gd name="connsiteX58" fmla="*/ 4991100 w 10305143"/>
              <a:gd name="connsiteY58" fmla="*/ 756557 h 3657600"/>
              <a:gd name="connsiteX59" fmla="*/ 4702629 w 10305143"/>
              <a:gd name="connsiteY59" fmla="*/ 711200 h 3657600"/>
              <a:gd name="connsiteX60" fmla="*/ 4702629 w 10305143"/>
              <a:gd name="connsiteY60" fmla="*/ 522514 h 3657600"/>
              <a:gd name="connsiteX61" fmla="*/ 4847772 w 10305143"/>
              <a:gd name="connsiteY61" fmla="*/ 275771 h 3657600"/>
              <a:gd name="connsiteX62" fmla="*/ 4804229 w 10305143"/>
              <a:gd name="connsiteY62" fmla="*/ 101600 h 3657600"/>
              <a:gd name="connsiteX63" fmla="*/ 4572000 w 10305143"/>
              <a:gd name="connsiteY63" fmla="*/ 0 h 3657600"/>
              <a:gd name="connsiteX64" fmla="*/ 4339772 w 10305143"/>
              <a:gd name="connsiteY64" fmla="*/ 43543 h 3657600"/>
              <a:gd name="connsiteX65" fmla="*/ 4049486 w 10305143"/>
              <a:gd name="connsiteY65" fmla="*/ 188685 h 3657600"/>
              <a:gd name="connsiteX66" fmla="*/ 3759200 w 10305143"/>
              <a:gd name="connsiteY66" fmla="*/ 435428 h 3657600"/>
              <a:gd name="connsiteX67" fmla="*/ 3643086 w 10305143"/>
              <a:gd name="connsiteY67" fmla="*/ 638628 h 3657600"/>
              <a:gd name="connsiteX68" fmla="*/ 3454400 w 10305143"/>
              <a:gd name="connsiteY68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346372 w 10305143"/>
              <a:gd name="connsiteY29" fmla="*/ 2959100 h 3657600"/>
              <a:gd name="connsiteX30" fmla="*/ 6647543 w 10305143"/>
              <a:gd name="connsiteY30" fmla="*/ 2496457 h 3657600"/>
              <a:gd name="connsiteX31" fmla="*/ 7126515 w 10305143"/>
              <a:gd name="connsiteY31" fmla="*/ 2351314 h 3657600"/>
              <a:gd name="connsiteX32" fmla="*/ 7603672 w 10305143"/>
              <a:gd name="connsiteY32" fmla="*/ 2501900 h 3657600"/>
              <a:gd name="connsiteX33" fmla="*/ 8113486 w 10305143"/>
              <a:gd name="connsiteY33" fmla="*/ 2540000 h 3657600"/>
              <a:gd name="connsiteX34" fmla="*/ 8258629 w 10305143"/>
              <a:gd name="connsiteY34" fmla="*/ 2467428 h 3657600"/>
              <a:gd name="connsiteX35" fmla="*/ 8345715 w 10305143"/>
              <a:gd name="connsiteY35" fmla="*/ 2249714 h 3657600"/>
              <a:gd name="connsiteX36" fmla="*/ 8345715 w 10305143"/>
              <a:gd name="connsiteY36" fmla="*/ 2002971 h 3657600"/>
              <a:gd name="connsiteX37" fmla="*/ 8563429 w 10305143"/>
              <a:gd name="connsiteY37" fmla="*/ 1988457 h 3657600"/>
              <a:gd name="connsiteX38" fmla="*/ 8766629 w 10305143"/>
              <a:gd name="connsiteY38" fmla="*/ 1973943 h 3657600"/>
              <a:gd name="connsiteX39" fmla="*/ 9013372 w 10305143"/>
              <a:gd name="connsiteY39" fmla="*/ 2119085 h 3657600"/>
              <a:gd name="connsiteX40" fmla="*/ 9303658 w 10305143"/>
              <a:gd name="connsiteY40" fmla="*/ 2351314 h 3657600"/>
              <a:gd name="connsiteX41" fmla="*/ 9898743 w 10305143"/>
              <a:gd name="connsiteY41" fmla="*/ 2931885 h 3657600"/>
              <a:gd name="connsiteX42" fmla="*/ 10058400 w 10305143"/>
              <a:gd name="connsiteY42" fmla="*/ 2902857 h 3657600"/>
              <a:gd name="connsiteX43" fmla="*/ 10247086 w 10305143"/>
              <a:gd name="connsiteY43" fmla="*/ 2699657 h 3657600"/>
              <a:gd name="connsiteX44" fmla="*/ 10305143 w 10305143"/>
              <a:gd name="connsiteY44" fmla="*/ 2540000 h 3657600"/>
              <a:gd name="connsiteX45" fmla="*/ 10305143 w 10305143"/>
              <a:gd name="connsiteY45" fmla="*/ 943428 h 3657600"/>
              <a:gd name="connsiteX46" fmla="*/ 10101943 w 10305143"/>
              <a:gd name="connsiteY46" fmla="*/ 754743 h 3657600"/>
              <a:gd name="connsiteX47" fmla="*/ 9942286 w 10305143"/>
              <a:gd name="connsiteY47" fmla="*/ 682171 h 3657600"/>
              <a:gd name="connsiteX48" fmla="*/ 9027886 w 10305143"/>
              <a:gd name="connsiteY48" fmla="*/ 1509485 h 3657600"/>
              <a:gd name="connsiteX49" fmla="*/ 8795658 w 10305143"/>
              <a:gd name="connsiteY49" fmla="*/ 1596571 h 3657600"/>
              <a:gd name="connsiteX50" fmla="*/ 8229600 w 10305143"/>
              <a:gd name="connsiteY50" fmla="*/ 1465943 h 3657600"/>
              <a:gd name="connsiteX51" fmla="*/ 8229600 w 10305143"/>
              <a:gd name="connsiteY51" fmla="*/ 1204685 h 3657600"/>
              <a:gd name="connsiteX52" fmla="*/ 8128000 w 10305143"/>
              <a:gd name="connsiteY52" fmla="*/ 1001485 h 3657600"/>
              <a:gd name="connsiteX53" fmla="*/ 7968343 w 10305143"/>
              <a:gd name="connsiteY53" fmla="*/ 972457 h 3657600"/>
              <a:gd name="connsiteX54" fmla="*/ 7362372 w 10305143"/>
              <a:gd name="connsiteY54" fmla="*/ 1054100 h 3657600"/>
              <a:gd name="connsiteX55" fmla="*/ 6923315 w 10305143"/>
              <a:gd name="connsiteY55" fmla="*/ 1204685 h 3657600"/>
              <a:gd name="connsiteX56" fmla="*/ 6531429 w 10305143"/>
              <a:gd name="connsiteY56" fmla="*/ 1088571 h 3657600"/>
              <a:gd name="connsiteX57" fmla="*/ 6079672 w 10305143"/>
              <a:gd name="connsiteY57" fmla="*/ 515257 h 3657600"/>
              <a:gd name="connsiteX58" fmla="*/ 5241472 w 10305143"/>
              <a:gd name="connsiteY58" fmla="*/ 685800 h 3657600"/>
              <a:gd name="connsiteX59" fmla="*/ 4991100 w 10305143"/>
              <a:gd name="connsiteY59" fmla="*/ 756557 h 3657600"/>
              <a:gd name="connsiteX60" fmla="*/ 4702629 w 10305143"/>
              <a:gd name="connsiteY60" fmla="*/ 711200 h 3657600"/>
              <a:gd name="connsiteX61" fmla="*/ 4702629 w 10305143"/>
              <a:gd name="connsiteY61" fmla="*/ 522514 h 3657600"/>
              <a:gd name="connsiteX62" fmla="*/ 4847772 w 10305143"/>
              <a:gd name="connsiteY62" fmla="*/ 275771 h 3657600"/>
              <a:gd name="connsiteX63" fmla="*/ 4804229 w 10305143"/>
              <a:gd name="connsiteY63" fmla="*/ 101600 h 3657600"/>
              <a:gd name="connsiteX64" fmla="*/ 4572000 w 10305143"/>
              <a:gd name="connsiteY64" fmla="*/ 0 h 3657600"/>
              <a:gd name="connsiteX65" fmla="*/ 4339772 w 10305143"/>
              <a:gd name="connsiteY65" fmla="*/ 43543 h 3657600"/>
              <a:gd name="connsiteX66" fmla="*/ 4049486 w 10305143"/>
              <a:gd name="connsiteY66" fmla="*/ 188685 h 3657600"/>
              <a:gd name="connsiteX67" fmla="*/ 3759200 w 10305143"/>
              <a:gd name="connsiteY67" fmla="*/ 435428 h 3657600"/>
              <a:gd name="connsiteX68" fmla="*/ 3643086 w 10305143"/>
              <a:gd name="connsiteY68" fmla="*/ 638628 h 3657600"/>
              <a:gd name="connsiteX69" fmla="*/ 3454400 w 10305143"/>
              <a:gd name="connsiteY69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346372 w 10305143"/>
              <a:gd name="connsiteY29" fmla="*/ 2959100 h 3657600"/>
              <a:gd name="connsiteX30" fmla="*/ 6647543 w 10305143"/>
              <a:gd name="connsiteY30" fmla="*/ 2496457 h 3657600"/>
              <a:gd name="connsiteX31" fmla="*/ 7126515 w 10305143"/>
              <a:gd name="connsiteY31" fmla="*/ 2351314 h 3657600"/>
              <a:gd name="connsiteX32" fmla="*/ 7603672 w 10305143"/>
              <a:gd name="connsiteY32" fmla="*/ 2501900 h 3657600"/>
              <a:gd name="connsiteX33" fmla="*/ 8113486 w 10305143"/>
              <a:gd name="connsiteY33" fmla="*/ 2540000 h 3657600"/>
              <a:gd name="connsiteX34" fmla="*/ 8258629 w 10305143"/>
              <a:gd name="connsiteY34" fmla="*/ 2467428 h 3657600"/>
              <a:gd name="connsiteX35" fmla="*/ 8345715 w 10305143"/>
              <a:gd name="connsiteY35" fmla="*/ 2249714 h 3657600"/>
              <a:gd name="connsiteX36" fmla="*/ 8345715 w 10305143"/>
              <a:gd name="connsiteY36" fmla="*/ 2002971 h 3657600"/>
              <a:gd name="connsiteX37" fmla="*/ 8563429 w 10305143"/>
              <a:gd name="connsiteY37" fmla="*/ 1988457 h 3657600"/>
              <a:gd name="connsiteX38" fmla="*/ 8766629 w 10305143"/>
              <a:gd name="connsiteY38" fmla="*/ 1973943 h 3657600"/>
              <a:gd name="connsiteX39" fmla="*/ 9013372 w 10305143"/>
              <a:gd name="connsiteY39" fmla="*/ 2119085 h 3657600"/>
              <a:gd name="connsiteX40" fmla="*/ 9252858 w 10305143"/>
              <a:gd name="connsiteY40" fmla="*/ 2465614 h 3657600"/>
              <a:gd name="connsiteX41" fmla="*/ 9898743 w 10305143"/>
              <a:gd name="connsiteY41" fmla="*/ 2931885 h 3657600"/>
              <a:gd name="connsiteX42" fmla="*/ 10058400 w 10305143"/>
              <a:gd name="connsiteY42" fmla="*/ 2902857 h 3657600"/>
              <a:gd name="connsiteX43" fmla="*/ 10247086 w 10305143"/>
              <a:gd name="connsiteY43" fmla="*/ 2699657 h 3657600"/>
              <a:gd name="connsiteX44" fmla="*/ 10305143 w 10305143"/>
              <a:gd name="connsiteY44" fmla="*/ 2540000 h 3657600"/>
              <a:gd name="connsiteX45" fmla="*/ 10305143 w 10305143"/>
              <a:gd name="connsiteY45" fmla="*/ 943428 h 3657600"/>
              <a:gd name="connsiteX46" fmla="*/ 10101943 w 10305143"/>
              <a:gd name="connsiteY46" fmla="*/ 754743 h 3657600"/>
              <a:gd name="connsiteX47" fmla="*/ 9942286 w 10305143"/>
              <a:gd name="connsiteY47" fmla="*/ 682171 h 3657600"/>
              <a:gd name="connsiteX48" fmla="*/ 9027886 w 10305143"/>
              <a:gd name="connsiteY48" fmla="*/ 1509485 h 3657600"/>
              <a:gd name="connsiteX49" fmla="*/ 8795658 w 10305143"/>
              <a:gd name="connsiteY49" fmla="*/ 1596571 h 3657600"/>
              <a:gd name="connsiteX50" fmla="*/ 8229600 w 10305143"/>
              <a:gd name="connsiteY50" fmla="*/ 1465943 h 3657600"/>
              <a:gd name="connsiteX51" fmla="*/ 8229600 w 10305143"/>
              <a:gd name="connsiteY51" fmla="*/ 1204685 h 3657600"/>
              <a:gd name="connsiteX52" fmla="*/ 8128000 w 10305143"/>
              <a:gd name="connsiteY52" fmla="*/ 1001485 h 3657600"/>
              <a:gd name="connsiteX53" fmla="*/ 7968343 w 10305143"/>
              <a:gd name="connsiteY53" fmla="*/ 972457 h 3657600"/>
              <a:gd name="connsiteX54" fmla="*/ 7362372 w 10305143"/>
              <a:gd name="connsiteY54" fmla="*/ 1054100 h 3657600"/>
              <a:gd name="connsiteX55" fmla="*/ 6923315 w 10305143"/>
              <a:gd name="connsiteY55" fmla="*/ 1204685 h 3657600"/>
              <a:gd name="connsiteX56" fmla="*/ 6531429 w 10305143"/>
              <a:gd name="connsiteY56" fmla="*/ 1088571 h 3657600"/>
              <a:gd name="connsiteX57" fmla="*/ 6079672 w 10305143"/>
              <a:gd name="connsiteY57" fmla="*/ 515257 h 3657600"/>
              <a:gd name="connsiteX58" fmla="*/ 5241472 w 10305143"/>
              <a:gd name="connsiteY58" fmla="*/ 685800 h 3657600"/>
              <a:gd name="connsiteX59" fmla="*/ 4991100 w 10305143"/>
              <a:gd name="connsiteY59" fmla="*/ 756557 h 3657600"/>
              <a:gd name="connsiteX60" fmla="*/ 4702629 w 10305143"/>
              <a:gd name="connsiteY60" fmla="*/ 711200 h 3657600"/>
              <a:gd name="connsiteX61" fmla="*/ 4702629 w 10305143"/>
              <a:gd name="connsiteY61" fmla="*/ 522514 h 3657600"/>
              <a:gd name="connsiteX62" fmla="*/ 4847772 w 10305143"/>
              <a:gd name="connsiteY62" fmla="*/ 275771 h 3657600"/>
              <a:gd name="connsiteX63" fmla="*/ 4804229 w 10305143"/>
              <a:gd name="connsiteY63" fmla="*/ 101600 h 3657600"/>
              <a:gd name="connsiteX64" fmla="*/ 4572000 w 10305143"/>
              <a:gd name="connsiteY64" fmla="*/ 0 h 3657600"/>
              <a:gd name="connsiteX65" fmla="*/ 4339772 w 10305143"/>
              <a:gd name="connsiteY65" fmla="*/ 43543 h 3657600"/>
              <a:gd name="connsiteX66" fmla="*/ 4049486 w 10305143"/>
              <a:gd name="connsiteY66" fmla="*/ 188685 h 3657600"/>
              <a:gd name="connsiteX67" fmla="*/ 3759200 w 10305143"/>
              <a:gd name="connsiteY67" fmla="*/ 435428 h 3657600"/>
              <a:gd name="connsiteX68" fmla="*/ 3643086 w 10305143"/>
              <a:gd name="connsiteY68" fmla="*/ 638628 h 3657600"/>
              <a:gd name="connsiteX69" fmla="*/ 3454400 w 10305143"/>
              <a:gd name="connsiteY69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346372 w 10305143"/>
              <a:gd name="connsiteY29" fmla="*/ 2959100 h 3657600"/>
              <a:gd name="connsiteX30" fmla="*/ 6647543 w 10305143"/>
              <a:gd name="connsiteY30" fmla="*/ 2496457 h 3657600"/>
              <a:gd name="connsiteX31" fmla="*/ 7126515 w 10305143"/>
              <a:gd name="connsiteY31" fmla="*/ 2351314 h 3657600"/>
              <a:gd name="connsiteX32" fmla="*/ 7603672 w 10305143"/>
              <a:gd name="connsiteY32" fmla="*/ 2501900 h 3657600"/>
              <a:gd name="connsiteX33" fmla="*/ 8113486 w 10305143"/>
              <a:gd name="connsiteY33" fmla="*/ 2540000 h 3657600"/>
              <a:gd name="connsiteX34" fmla="*/ 8258629 w 10305143"/>
              <a:gd name="connsiteY34" fmla="*/ 2467428 h 3657600"/>
              <a:gd name="connsiteX35" fmla="*/ 8345715 w 10305143"/>
              <a:gd name="connsiteY35" fmla="*/ 2249714 h 3657600"/>
              <a:gd name="connsiteX36" fmla="*/ 8345715 w 10305143"/>
              <a:gd name="connsiteY36" fmla="*/ 2002971 h 3657600"/>
              <a:gd name="connsiteX37" fmla="*/ 8563429 w 10305143"/>
              <a:gd name="connsiteY37" fmla="*/ 1988457 h 3657600"/>
              <a:gd name="connsiteX38" fmla="*/ 8766629 w 10305143"/>
              <a:gd name="connsiteY38" fmla="*/ 1973943 h 3657600"/>
              <a:gd name="connsiteX39" fmla="*/ 9013372 w 10305143"/>
              <a:gd name="connsiteY39" fmla="*/ 2119085 h 3657600"/>
              <a:gd name="connsiteX40" fmla="*/ 9252858 w 10305143"/>
              <a:gd name="connsiteY40" fmla="*/ 2465614 h 3657600"/>
              <a:gd name="connsiteX41" fmla="*/ 9898743 w 10305143"/>
              <a:gd name="connsiteY41" fmla="*/ 2931885 h 3657600"/>
              <a:gd name="connsiteX42" fmla="*/ 10058400 w 10305143"/>
              <a:gd name="connsiteY42" fmla="*/ 2902857 h 3657600"/>
              <a:gd name="connsiteX43" fmla="*/ 10247086 w 10305143"/>
              <a:gd name="connsiteY43" fmla="*/ 2699657 h 3657600"/>
              <a:gd name="connsiteX44" fmla="*/ 10305143 w 10305143"/>
              <a:gd name="connsiteY44" fmla="*/ 2540000 h 3657600"/>
              <a:gd name="connsiteX45" fmla="*/ 10305143 w 10305143"/>
              <a:gd name="connsiteY45" fmla="*/ 943428 h 3657600"/>
              <a:gd name="connsiteX46" fmla="*/ 10101943 w 10305143"/>
              <a:gd name="connsiteY46" fmla="*/ 754743 h 3657600"/>
              <a:gd name="connsiteX47" fmla="*/ 9942286 w 10305143"/>
              <a:gd name="connsiteY47" fmla="*/ 682171 h 3657600"/>
              <a:gd name="connsiteX48" fmla="*/ 9330872 w 10305143"/>
              <a:gd name="connsiteY48" fmla="*/ 1206500 h 3657600"/>
              <a:gd name="connsiteX49" fmla="*/ 9027886 w 10305143"/>
              <a:gd name="connsiteY49" fmla="*/ 1509485 h 3657600"/>
              <a:gd name="connsiteX50" fmla="*/ 8795658 w 10305143"/>
              <a:gd name="connsiteY50" fmla="*/ 1596571 h 3657600"/>
              <a:gd name="connsiteX51" fmla="*/ 8229600 w 10305143"/>
              <a:gd name="connsiteY51" fmla="*/ 1465943 h 3657600"/>
              <a:gd name="connsiteX52" fmla="*/ 8229600 w 10305143"/>
              <a:gd name="connsiteY52" fmla="*/ 1204685 h 3657600"/>
              <a:gd name="connsiteX53" fmla="*/ 8128000 w 10305143"/>
              <a:gd name="connsiteY53" fmla="*/ 1001485 h 3657600"/>
              <a:gd name="connsiteX54" fmla="*/ 7968343 w 10305143"/>
              <a:gd name="connsiteY54" fmla="*/ 972457 h 3657600"/>
              <a:gd name="connsiteX55" fmla="*/ 7362372 w 10305143"/>
              <a:gd name="connsiteY55" fmla="*/ 1054100 h 3657600"/>
              <a:gd name="connsiteX56" fmla="*/ 6923315 w 10305143"/>
              <a:gd name="connsiteY56" fmla="*/ 1204685 h 3657600"/>
              <a:gd name="connsiteX57" fmla="*/ 6531429 w 10305143"/>
              <a:gd name="connsiteY57" fmla="*/ 1088571 h 3657600"/>
              <a:gd name="connsiteX58" fmla="*/ 6079672 w 10305143"/>
              <a:gd name="connsiteY58" fmla="*/ 515257 h 3657600"/>
              <a:gd name="connsiteX59" fmla="*/ 5241472 w 10305143"/>
              <a:gd name="connsiteY59" fmla="*/ 685800 h 3657600"/>
              <a:gd name="connsiteX60" fmla="*/ 4991100 w 10305143"/>
              <a:gd name="connsiteY60" fmla="*/ 756557 h 3657600"/>
              <a:gd name="connsiteX61" fmla="*/ 4702629 w 10305143"/>
              <a:gd name="connsiteY61" fmla="*/ 711200 h 3657600"/>
              <a:gd name="connsiteX62" fmla="*/ 4702629 w 10305143"/>
              <a:gd name="connsiteY62" fmla="*/ 522514 h 3657600"/>
              <a:gd name="connsiteX63" fmla="*/ 4847772 w 10305143"/>
              <a:gd name="connsiteY63" fmla="*/ 275771 h 3657600"/>
              <a:gd name="connsiteX64" fmla="*/ 4804229 w 10305143"/>
              <a:gd name="connsiteY64" fmla="*/ 101600 h 3657600"/>
              <a:gd name="connsiteX65" fmla="*/ 4572000 w 10305143"/>
              <a:gd name="connsiteY65" fmla="*/ 0 h 3657600"/>
              <a:gd name="connsiteX66" fmla="*/ 4339772 w 10305143"/>
              <a:gd name="connsiteY66" fmla="*/ 43543 h 3657600"/>
              <a:gd name="connsiteX67" fmla="*/ 4049486 w 10305143"/>
              <a:gd name="connsiteY67" fmla="*/ 188685 h 3657600"/>
              <a:gd name="connsiteX68" fmla="*/ 3759200 w 10305143"/>
              <a:gd name="connsiteY68" fmla="*/ 435428 h 3657600"/>
              <a:gd name="connsiteX69" fmla="*/ 3643086 w 10305143"/>
              <a:gd name="connsiteY69" fmla="*/ 638628 h 3657600"/>
              <a:gd name="connsiteX70" fmla="*/ 3454400 w 10305143"/>
              <a:gd name="connsiteY70" fmla="*/ 580571 h 3657600"/>
              <a:gd name="connsiteX0" fmla="*/ 3454400 w 10305143"/>
              <a:gd name="connsiteY0" fmla="*/ 580571 h 3657600"/>
              <a:gd name="connsiteX1" fmla="*/ 2002972 w 10305143"/>
              <a:gd name="connsiteY1" fmla="*/ 928914 h 3657600"/>
              <a:gd name="connsiteX2" fmla="*/ 1177472 w 10305143"/>
              <a:gd name="connsiteY2" fmla="*/ 1206500 h 3657600"/>
              <a:gd name="connsiteX3" fmla="*/ 449943 w 10305143"/>
              <a:gd name="connsiteY3" fmla="*/ 1494971 h 3657600"/>
              <a:gd name="connsiteX4" fmla="*/ 101600 w 10305143"/>
              <a:gd name="connsiteY4" fmla="*/ 1640114 h 3657600"/>
              <a:gd name="connsiteX5" fmla="*/ 0 w 10305143"/>
              <a:gd name="connsiteY5" fmla="*/ 1698171 h 3657600"/>
              <a:gd name="connsiteX6" fmla="*/ 43543 w 10305143"/>
              <a:gd name="connsiteY6" fmla="*/ 1843314 h 3657600"/>
              <a:gd name="connsiteX7" fmla="*/ 145143 w 10305143"/>
              <a:gd name="connsiteY7" fmla="*/ 1872343 h 3657600"/>
              <a:gd name="connsiteX8" fmla="*/ 406400 w 10305143"/>
              <a:gd name="connsiteY8" fmla="*/ 2032000 h 3657600"/>
              <a:gd name="connsiteX9" fmla="*/ 449943 w 10305143"/>
              <a:gd name="connsiteY9" fmla="*/ 2061028 h 3657600"/>
              <a:gd name="connsiteX10" fmla="*/ 246743 w 10305143"/>
              <a:gd name="connsiteY10" fmla="*/ 2119085 h 3657600"/>
              <a:gd name="connsiteX11" fmla="*/ 87086 w 10305143"/>
              <a:gd name="connsiteY11" fmla="*/ 2075543 h 3657600"/>
              <a:gd name="connsiteX12" fmla="*/ 116115 w 10305143"/>
              <a:gd name="connsiteY12" fmla="*/ 2191657 h 3657600"/>
              <a:gd name="connsiteX13" fmla="*/ 217715 w 10305143"/>
              <a:gd name="connsiteY13" fmla="*/ 2322285 h 3657600"/>
              <a:gd name="connsiteX14" fmla="*/ 14515 w 10305143"/>
              <a:gd name="connsiteY14" fmla="*/ 2510971 h 3657600"/>
              <a:gd name="connsiteX15" fmla="*/ 261258 w 10305143"/>
              <a:gd name="connsiteY15" fmla="*/ 2351314 h 3657600"/>
              <a:gd name="connsiteX16" fmla="*/ 914400 w 10305143"/>
              <a:gd name="connsiteY16" fmla="*/ 2540000 h 3657600"/>
              <a:gd name="connsiteX17" fmla="*/ 1959429 w 10305143"/>
              <a:gd name="connsiteY17" fmla="*/ 2801257 h 3657600"/>
              <a:gd name="connsiteX18" fmla="*/ 2307772 w 10305143"/>
              <a:gd name="connsiteY18" fmla="*/ 2888343 h 3657600"/>
              <a:gd name="connsiteX19" fmla="*/ 2786743 w 10305143"/>
              <a:gd name="connsiteY19" fmla="*/ 3657600 h 3657600"/>
              <a:gd name="connsiteX20" fmla="*/ 2801258 w 10305143"/>
              <a:gd name="connsiteY20" fmla="*/ 3526971 h 3657600"/>
              <a:gd name="connsiteX21" fmla="*/ 2743200 w 10305143"/>
              <a:gd name="connsiteY21" fmla="*/ 3251200 h 3657600"/>
              <a:gd name="connsiteX22" fmla="*/ 2496458 w 10305143"/>
              <a:gd name="connsiteY22" fmla="*/ 2902857 h 3657600"/>
              <a:gd name="connsiteX23" fmla="*/ 3367315 w 10305143"/>
              <a:gd name="connsiteY23" fmla="*/ 3048000 h 3657600"/>
              <a:gd name="connsiteX24" fmla="*/ 4078515 w 10305143"/>
              <a:gd name="connsiteY24" fmla="*/ 3033485 h 3657600"/>
              <a:gd name="connsiteX25" fmla="*/ 4731658 w 10305143"/>
              <a:gd name="connsiteY25" fmla="*/ 2989943 h 3657600"/>
              <a:gd name="connsiteX26" fmla="*/ 5225143 w 10305143"/>
              <a:gd name="connsiteY26" fmla="*/ 2859314 h 3657600"/>
              <a:gd name="connsiteX27" fmla="*/ 5660572 w 10305143"/>
              <a:gd name="connsiteY27" fmla="*/ 3048000 h 3657600"/>
              <a:gd name="connsiteX28" fmla="*/ 6228443 w 10305143"/>
              <a:gd name="connsiteY28" fmla="*/ 3060700 h 3657600"/>
              <a:gd name="connsiteX29" fmla="*/ 6346372 w 10305143"/>
              <a:gd name="connsiteY29" fmla="*/ 2959100 h 3657600"/>
              <a:gd name="connsiteX30" fmla="*/ 6647543 w 10305143"/>
              <a:gd name="connsiteY30" fmla="*/ 2496457 h 3657600"/>
              <a:gd name="connsiteX31" fmla="*/ 7126515 w 10305143"/>
              <a:gd name="connsiteY31" fmla="*/ 2351314 h 3657600"/>
              <a:gd name="connsiteX32" fmla="*/ 7603672 w 10305143"/>
              <a:gd name="connsiteY32" fmla="*/ 2501900 h 3657600"/>
              <a:gd name="connsiteX33" fmla="*/ 8113486 w 10305143"/>
              <a:gd name="connsiteY33" fmla="*/ 2540000 h 3657600"/>
              <a:gd name="connsiteX34" fmla="*/ 8258629 w 10305143"/>
              <a:gd name="connsiteY34" fmla="*/ 2467428 h 3657600"/>
              <a:gd name="connsiteX35" fmla="*/ 8345715 w 10305143"/>
              <a:gd name="connsiteY35" fmla="*/ 2249714 h 3657600"/>
              <a:gd name="connsiteX36" fmla="*/ 8345715 w 10305143"/>
              <a:gd name="connsiteY36" fmla="*/ 2002971 h 3657600"/>
              <a:gd name="connsiteX37" fmla="*/ 8563429 w 10305143"/>
              <a:gd name="connsiteY37" fmla="*/ 1988457 h 3657600"/>
              <a:gd name="connsiteX38" fmla="*/ 8766629 w 10305143"/>
              <a:gd name="connsiteY38" fmla="*/ 1973943 h 3657600"/>
              <a:gd name="connsiteX39" fmla="*/ 9013372 w 10305143"/>
              <a:gd name="connsiteY39" fmla="*/ 2119085 h 3657600"/>
              <a:gd name="connsiteX40" fmla="*/ 9252858 w 10305143"/>
              <a:gd name="connsiteY40" fmla="*/ 2465614 h 3657600"/>
              <a:gd name="connsiteX41" fmla="*/ 9898743 w 10305143"/>
              <a:gd name="connsiteY41" fmla="*/ 2931885 h 3657600"/>
              <a:gd name="connsiteX42" fmla="*/ 10058400 w 10305143"/>
              <a:gd name="connsiteY42" fmla="*/ 2902857 h 3657600"/>
              <a:gd name="connsiteX43" fmla="*/ 10247086 w 10305143"/>
              <a:gd name="connsiteY43" fmla="*/ 2699657 h 3657600"/>
              <a:gd name="connsiteX44" fmla="*/ 10305143 w 10305143"/>
              <a:gd name="connsiteY44" fmla="*/ 2540000 h 3657600"/>
              <a:gd name="connsiteX45" fmla="*/ 10305143 w 10305143"/>
              <a:gd name="connsiteY45" fmla="*/ 943428 h 3657600"/>
              <a:gd name="connsiteX46" fmla="*/ 10101943 w 10305143"/>
              <a:gd name="connsiteY46" fmla="*/ 754743 h 3657600"/>
              <a:gd name="connsiteX47" fmla="*/ 9942286 w 10305143"/>
              <a:gd name="connsiteY47" fmla="*/ 682171 h 3657600"/>
              <a:gd name="connsiteX48" fmla="*/ 9686472 w 10305143"/>
              <a:gd name="connsiteY48" fmla="*/ 876300 h 3657600"/>
              <a:gd name="connsiteX49" fmla="*/ 9330872 w 10305143"/>
              <a:gd name="connsiteY49" fmla="*/ 1206500 h 3657600"/>
              <a:gd name="connsiteX50" fmla="*/ 9027886 w 10305143"/>
              <a:gd name="connsiteY50" fmla="*/ 1509485 h 3657600"/>
              <a:gd name="connsiteX51" fmla="*/ 8795658 w 10305143"/>
              <a:gd name="connsiteY51" fmla="*/ 1596571 h 3657600"/>
              <a:gd name="connsiteX52" fmla="*/ 8229600 w 10305143"/>
              <a:gd name="connsiteY52" fmla="*/ 1465943 h 3657600"/>
              <a:gd name="connsiteX53" fmla="*/ 8229600 w 10305143"/>
              <a:gd name="connsiteY53" fmla="*/ 1204685 h 3657600"/>
              <a:gd name="connsiteX54" fmla="*/ 8128000 w 10305143"/>
              <a:gd name="connsiteY54" fmla="*/ 1001485 h 3657600"/>
              <a:gd name="connsiteX55" fmla="*/ 7968343 w 10305143"/>
              <a:gd name="connsiteY55" fmla="*/ 972457 h 3657600"/>
              <a:gd name="connsiteX56" fmla="*/ 7362372 w 10305143"/>
              <a:gd name="connsiteY56" fmla="*/ 1054100 h 3657600"/>
              <a:gd name="connsiteX57" fmla="*/ 6923315 w 10305143"/>
              <a:gd name="connsiteY57" fmla="*/ 1204685 h 3657600"/>
              <a:gd name="connsiteX58" fmla="*/ 6531429 w 10305143"/>
              <a:gd name="connsiteY58" fmla="*/ 1088571 h 3657600"/>
              <a:gd name="connsiteX59" fmla="*/ 6079672 w 10305143"/>
              <a:gd name="connsiteY59" fmla="*/ 515257 h 3657600"/>
              <a:gd name="connsiteX60" fmla="*/ 5241472 w 10305143"/>
              <a:gd name="connsiteY60" fmla="*/ 685800 h 3657600"/>
              <a:gd name="connsiteX61" fmla="*/ 4991100 w 10305143"/>
              <a:gd name="connsiteY61" fmla="*/ 756557 h 3657600"/>
              <a:gd name="connsiteX62" fmla="*/ 4702629 w 10305143"/>
              <a:gd name="connsiteY62" fmla="*/ 711200 h 3657600"/>
              <a:gd name="connsiteX63" fmla="*/ 4702629 w 10305143"/>
              <a:gd name="connsiteY63" fmla="*/ 522514 h 3657600"/>
              <a:gd name="connsiteX64" fmla="*/ 4847772 w 10305143"/>
              <a:gd name="connsiteY64" fmla="*/ 275771 h 3657600"/>
              <a:gd name="connsiteX65" fmla="*/ 4804229 w 10305143"/>
              <a:gd name="connsiteY65" fmla="*/ 101600 h 3657600"/>
              <a:gd name="connsiteX66" fmla="*/ 4572000 w 10305143"/>
              <a:gd name="connsiteY66" fmla="*/ 0 h 3657600"/>
              <a:gd name="connsiteX67" fmla="*/ 4339772 w 10305143"/>
              <a:gd name="connsiteY67" fmla="*/ 43543 h 3657600"/>
              <a:gd name="connsiteX68" fmla="*/ 4049486 w 10305143"/>
              <a:gd name="connsiteY68" fmla="*/ 188685 h 3657600"/>
              <a:gd name="connsiteX69" fmla="*/ 3759200 w 10305143"/>
              <a:gd name="connsiteY69" fmla="*/ 435428 h 3657600"/>
              <a:gd name="connsiteX70" fmla="*/ 3643086 w 10305143"/>
              <a:gd name="connsiteY70" fmla="*/ 638628 h 3657600"/>
              <a:gd name="connsiteX71" fmla="*/ 3454400 w 10305143"/>
              <a:gd name="connsiteY71" fmla="*/ 580571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0305143" h="3657600">
                <a:moveTo>
                  <a:pt x="3454400" y="580571"/>
                </a:moveTo>
                <a:lnTo>
                  <a:pt x="2002972" y="928914"/>
                </a:lnTo>
                <a:lnTo>
                  <a:pt x="1177472" y="1206500"/>
                </a:lnTo>
                <a:lnTo>
                  <a:pt x="449943" y="1494971"/>
                </a:lnTo>
                <a:lnTo>
                  <a:pt x="101600" y="1640114"/>
                </a:lnTo>
                <a:lnTo>
                  <a:pt x="0" y="1698171"/>
                </a:lnTo>
                <a:lnTo>
                  <a:pt x="43543" y="1843314"/>
                </a:lnTo>
                <a:lnTo>
                  <a:pt x="145143" y="1872343"/>
                </a:lnTo>
                <a:lnTo>
                  <a:pt x="406400" y="2032000"/>
                </a:lnTo>
                <a:lnTo>
                  <a:pt x="449943" y="2061028"/>
                </a:lnTo>
                <a:lnTo>
                  <a:pt x="246743" y="2119085"/>
                </a:lnTo>
                <a:lnTo>
                  <a:pt x="87086" y="2075543"/>
                </a:lnTo>
                <a:lnTo>
                  <a:pt x="116115" y="2191657"/>
                </a:lnTo>
                <a:lnTo>
                  <a:pt x="217715" y="2322285"/>
                </a:lnTo>
                <a:lnTo>
                  <a:pt x="14515" y="2510971"/>
                </a:lnTo>
                <a:lnTo>
                  <a:pt x="261258" y="2351314"/>
                </a:lnTo>
                <a:lnTo>
                  <a:pt x="914400" y="2540000"/>
                </a:lnTo>
                <a:lnTo>
                  <a:pt x="1959429" y="2801257"/>
                </a:lnTo>
                <a:lnTo>
                  <a:pt x="2307772" y="2888343"/>
                </a:lnTo>
                <a:lnTo>
                  <a:pt x="2786743" y="3657600"/>
                </a:lnTo>
                <a:lnTo>
                  <a:pt x="2801258" y="3526971"/>
                </a:lnTo>
                <a:lnTo>
                  <a:pt x="2743200" y="3251200"/>
                </a:lnTo>
                <a:lnTo>
                  <a:pt x="2496458" y="2902857"/>
                </a:lnTo>
                <a:lnTo>
                  <a:pt x="3367315" y="3048000"/>
                </a:lnTo>
                <a:lnTo>
                  <a:pt x="4078515" y="3033485"/>
                </a:lnTo>
                <a:lnTo>
                  <a:pt x="4731658" y="2989943"/>
                </a:lnTo>
                <a:lnTo>
                  <a:pt x="5225143" y="2859314"/>
                </a:lnTo>
                <a:cubicBezTo>
                  <a:pt x="5382986" y="2888343"/>
                  <a:pt x="5502729" y="3018971"/>
                  <a:pt x="5660572" y="3048000"/>
                </a:cubicBezTo>
                <a:lnTo>
                  <a:pt x="6228443" y="3060700"/>
                </a:lnTo>
                <a:cubicBezTo>
                  <a:pt x="6284686" y="2980267"/>
                  <a:pt x="6290129" y="3039533"/>
                  <a:pt x="6346372" y="2959100"/>
                </a:cubicBezTo>
                <a:lnTo>
                  <a:pt x="6647543" y="2496457"/>
                </a:lnTo>
                <a:lnTo>
                  <a:pt x="7126515" y="2351314"/>
                </a:lnTo>
                <a:cubicBezTo>
                  <a:pt x="7285567" y="2380343"/>
                  <a:pt x="7444620" y="2472871"/>
                  <a:pt x="7603672" y="2501900"/>
                </a:cubicBezTo>
                <a:lnTo>
                  <a:pt x="8113486" y="2540000"/>
                </a:lnTo>
                <a:lnTo>
                  <a:pt x="8258629" y="2467428"/>
                </a:lnTo>
                <a:lnTo>
                  <a:pt x="8345715" y="2249714"/>
                </a:lnTo>
                <a:lnTo>
                  <a:pt x="8345715" y="2002971"/>
                </a:lnTo>
                <a:lnTo>
                  <a:pt x="8563429" y="1988457"/>
                </a:lnTo>
                <a:lnTo>
                  <a:pt x="8766629" y="1973943"/>
                </a:lnTo>
                <a:lnTo>
                  <a:pt x="9013372" y="2119085"/>
                </a:lnTo>
                <a:lnTo>
                  <a:pt x="9252858" y="2465614"/>
                </a:lnTo>
                <a:lnTo>
                  <a:pt x="9898743" y="2931885"/>
                </a:lnTo>
                <a:lnTo>
                  <a:pt x="10058400" y="2902857"/>
                </a:lnTo>
                <a:lnTo>
                  <a:pt x="10247086" y="2699657"/>
                </a:lnTo>
                <a:lnTo>
                  <a:pt x="10305143" y="2540000"/>
                </a:lnTo>
                <a:lnTo>
                  <a:pt x="10305143" y="943428"/>
                </a:lnTo>
                <a:lnTo>
                  <a:pt x="10101943" y="754743"/>
                </a:lnTo>
                <a:lnTo>
                  <a:pt x="9942286" y="682171"/>
                </a:lnTo>
                <a:cubicBezTo>
                  <a:pt x="9879391" y="700314"/>
                  <a:pt x="9788374" y="788912"/>
                  <a:pt x="9686472" y="876300"/>
                </a:cubicBezTo>
                <a:cubicBezTo>
                  <a:pt x="9584570" y="963688"/>
                  <a:pt x="9446986" y="1098853"/>
                  <a:pt x="9330872" y="1206500"/>
                </a:cubicBezTo>
                <a:lnTo>
                  <a:pt x="9027886" y="1509485"/>
                </a:lnTo>
                <a:lnTo>
                  <a:pt x="8795658" y="1596571"/>
                </a:lnTo>
                <a:lnTo>
                  <a:pt x="8229600" y="1465943"/>
                </a:lnTo>
                <a:lnTo>
                  <a:pt x="8229600" y="1204685"/>
                </a:lnTo>
                <a:lnTo>
                  <a:pt x="8128000" y="1001485"/>
                </a:lnTo>
                <a:lnTo>
                  <a:pt x="7968343" y="972457"/>
                </a:lnTo>
                <a:cubicBezTo>
                  <a:pt x="7783286" y="1003905"/>
                  <a:pt x="7547429" y="1022652"/>
                  <a:pt x="7362372" y="1054100"/>
                </a:cubicBezTo>
                <a:lnTo>
                  <a:pt x="6923315" y="1204685"/>
                </a:lnTo>
                <a:lnTo>
                  <a:pt x="6531429" y="1088571"/>
                </a:lnTo>
                <a:lnTo>
                  <a:pt x="6079672" y="515257"/>
                </a:lnTo>
                <a:cubicBezTo>
                  <a:pt x="5868913" y="448129"/>
                  <a:pt x="5408084" y="643467"/>
                  <a:pt x="5241472" y="685800"/>
                </a:cubicBezTo>
                <a:cubicBezTo>
                  <a:pt x="5074860" y="728133"/>
                  <a:pt x="5085141" y="752324"/>
                  <a:pt x="4991100" y="756557"/>
                </a:cubicBezTo>
                <a:lnTo>
                  <a:pt x="4702629" y="711200"/>
                </a:lnTo>
                <a:lnTo>
                  <a:pt x="4702629" y="522514"/>
                </a:lnTo>
                <a:lnTo>
                  <a:pt x="4847772" y="275771"/>
                </a:lnTo>
                <a:lnTo>
                  <a:pt x="4804229" y="101600"/>
                </a:lnTo>
                <a:lnTo>
                  <a:pt x="4572000" y="0"/>
                </a:lnTo>
                <a:lnTo>
                  <a:pt x="4339772" y="43543"/>
                </a:lnTo>
                <a:lnTo>
                  <a:pt x="4049486" y="188685"/>
                </a:lnTo>
                <a:lnTo>
                  <a:pt x="3759200" y="435428"/>
                </a:lnTo>
                <a:lnTo>
                  <a:pt x="3643086" y="638628"/>
                </a:lnTo>
                <a:lnTo>
                  <a:pt x="3454400" y="580571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2ECD324-04D6-384E-8BD8-F9C7066F1AFA}"/>
              </a:ext>
            </a:extLst>
          </p:cNvPr>
          <p:cNvSpPr/>
          <p:nvPr/>
        </p:nvSpPr>
        <p:spPr>
          <a:xfrm>
            <a:off x="824265" y="3930651"/>
            <a:ext cx="2993754" cy="1782102"/>
          </a:xfrm>
          <a:custGeom>
            <a:avLst/>
            <a:gdLst>
              <a:gd name="connsiteX0" fmla="*/ 2569029 w 9826172"/>
              <a:gd name="connsiteY0" fmla="*/ 1277257 h 5849257"/>
              <a:gd name="connsiteX1" fmla="*/ 2409372 w 9826172"/>
              <a:gd name="connsiteY1" fmla="*/ 1335314 h 5849257"/>
              <a:gd name="connsiteX2" fmla="*/ 2235200 w 9826172"/>
              <a:gd name="connsiteY2" fmla="*/ 1422400 h 5849257"/>
              <a:gd name="connsiteX3" fmla="*/ 2104572 w 9826172"/>
              <a:gd name="connsiteY3" fmla="*/ 1509485 h 5849257"/>
              <a:gd name="connsiteX4" fmla="*/ 1973943 w 9826172"/>
              <a:gd name="connsiteY4" fmla="*/ 1625600 h 5849257"/>
              <a:gd name="connsiteX5" fmla="*/ 1843315 w 9826172"/>
              <a:gd name="connsiteY5" fmla="*/ 1698171 h 5849257"/>
              <a:gd name="connsiteX6" fmla="*/ 1640115 w 9826172"/>
              <a:gd name="connsiteY6" fmla="*/ 1770743 h 5849257"/>
              <a:gd name="connsiteX7" fmla="*/ 1582058 w 9826172"/>
              <a:gd name="connsiteY7" fmla="*/ 1901371 h 5849257"/>
              <a:gd name="connsiteX8" fmla="*/ 1291772 w 9826172"/>
              <a:gd name="connsiteY8" fmla="*/ 1944914 h 5849257"/>
              <a:gd name="connsiteX9" fmla="*/ 1161143 w 9826172"/>
              <a:gd name="connsiteY9" fmla="*/ 1959428 h 5849257"/>
              <a:gd name="connsiteX10" fmla="*/ 1001486 w 9826172"/>
              <a:gd name="connsiteY10" fmla="*/ 2032000 h 5849257"/>
              <a:gd name="connsiteX11" fmla="*/ 827315 w 9826172"/>
              <a:gd name="connsiteY11" fmla="*/ 2235200 h 5849257"/>
              <a:gd name="connsiteX12" fmla="*/ 653143 w 9826172"/>
              <a:gd name="connsiteY12" fmla="*/ 2336800 h 5849257"/>
              <a:gd name="connsiteX13" fmla="*/ 420915 w 9826172"/>
              <a:gd name="connsiteY13" fmla="*/ 2481943 h 5849257"/>
              <a:gd name="connsiteX14" fmla="*/ 348343 w 9826172"/>
              <a:gd name="connsiteY14" fmla="*/ 2569028 h 5849257"/>
              <a:gd name="connsiteX15" fmla="*/ 188686 w 9826172"/>
              <a:gd name="connsiteY15" fmla="*/ 2656114 h 5849257"/>
              <a:gd name="connsiteX16" fmla="*/ 116115 w 9826172"/>
              <a:gd name="connsiteY16" fmla="*/ 2786743 h 5849257"/>
              <a:gd name="connsiteX17" fmla="*/ 174172 w 9826172"/>
              <a:gd name="connsiteY17" fmla="*/ 2873828 h 5849257"/>
              <a:gd name="connsiteX18" fmla="*/ 391886 w 9826172"/>
              <a:gd name="connsiteY18" fmla="*/ 2975428 h 5849257"/>
              <a:gd name="connsiteX19" fmla="*/ 537029 w 9826172"/>
              <a:gd name="connsiteY19" fmla="*/ 3048000 h 5849257"/>
              <a:gd name="connsiteX20" fmla="*/ 711200 w 9826172"/>
              <a:gd name="connsiteY20" fmla="*/ 3193143 h 5849257"/>
              <a:gd name="connsiteX21" fmla="*/ 798286 w 9826172"/>
              <a:gd name="connsiteY21" fmla="*/ 3265714 h 5849257"/>
              <a:gd name="connsiteX22" fmla="*/ 537029 w 9826172"/>
              <a:gd name="connsiteY22" fmla="*/ 3294743 h 5849257"/>
              <a:gd name="connsiteX23" fmla="*/ 290286 w 9826172"/>
              <a:gd name="connsiteY23" fmla="*/ 3251200 h 5849257"/>
              <a:gd name="connsiteX24" fmla="*/ 174172 w 9826172"/>
              <a:gd name="connsiteY24" fmla="*/ 3280228 h 5849257"/>
              <a:gd name="connsiteX25" fmla="*/ 58058 w 9826172"/>
              <a:gd name="connsiteY25" fmla="*/ 3323771 h 5849257"/>
              <a:gd name="connsiteX26" fmla="*/ 0 w 9826172"/>
              <a:gd name="connsiteY26" fmla="*/ 3468914 h 5849257"/>
              <a:gd name="connsiteX27" fmla="*/ 188686 w 9826172"/>
              <a:gd name="connsiteY27" fmla="*/ 3570514 h 5849257"/>
              <a:gd name="connsiteX28" fmla="*/ 667658 w 9826172"/>
              <a:gd name="connsiteY28" fmla="*/ 3773714 h 5849257"/>
              <a:gd name="connsiteX29" fmla="*/ 1175658 w 9826172"/>
              <a:gd name="connsiteY29" fmla="*/ 3904343 h 5849257"/>
              <a:gd name="connsiteX30" fmla="*/ 1625600 w 9826172"/>
              <a:gd name="connsiteY30" fmla="*/ 4005943 h 5849257"/>
              <a:gd name="connsiteX31" fmla="*/ 1973943 w 9826172"/>
              <a:gd name="connsiteY31" fmla="*/ 4034971 h 5849257"/>
              <a:gd name="connsiteX32" fmla="*/ 2322286 w 9826172"/>
              <a:gd name="connsiteY32" fmla="*/ 4194628 h 5849257"/>
              <a:gd name="connsiteX33" fmla="*/ 2815772 w 9826172"/>
              <a:gd name="connsiteY33" fmla="*/ 4281714 h 5849257"/>
              <a:gd name="connsiteX34" fmla="*/ 3323772 w 9826172"/>
              <a:gd name="connsiteY34" fmla="*/ 4339771 h 5849257"/>
              <a:gd name="connsiteX35" fmla="*/ 3425372 w 9826172"/>
              <a:gd name="connsiteY35" fmla="*/ 4644571 h 5849257"/>
              <a:gd name="connsiteX36" fmla="*/ 3497943 w 9826172"/>
              <a:gd name="connsiteY36" fmla="*/ 5007428 h 5849257"/>
              <a:gd name="connsiteX37" fmla="*/ 3614058 w 9826172"/>
              <a:gd name="connsiteY37" fmla="*/ 5283200 h 5849257"/>
              <a:gd name="connsiteX38" fmla="*/ 3686629 w 9826172"/>
              <a:gd name="connsiteY38" fmla="*/ 5428343 h 5849257"/>
              <a:gd name="connsiteX39" fmla="*/ 3817258 w 9826172"/>
              <a:gd name="connsiteY39" fmla="*/ 5646057 h 5849257"/>
              <a:gd name="connsiteX40" fmla="*/ 3991429 w 9826172"/>
              <a:gd name="connsiteY40" fmla="*/ 5805714 h 5849257"/>
              <a:gd name="connsiteX41" fmla="*/ 4151086 w 9826172"/>
              <a:gd name="connsiteY41" fmla="*/ 5849257 h 5849257"/>
              <a:gd name="connsiteX42" fmla="*/ 4339772 w 9826172"/>
              <a:gd name="connsiteY42" fmla="*/ 5834743 h 5849257"/>
              <a:gd name="connsiteX43" fmla="*/ 4513943 w 9826172"/>
              <a:gd name="connsiteY43" fmla="*/ 5689600 h 5849257"/>
              <a:gd name="connsiteX44" fmla="*/ 4601029 w 9826172"/>
              <a:gd name="connsiteY44" fmla="*/ 5515428 h 5849257"/>
              <a:gd name="connsiteX45" fmla="*/ 4601029 w 9826172"/>
              <a:gd name="connsiteY45" fmla="*/ 5196114 h 5849257"/>
              <a:gd name="connsiteX46" fmla="*/ 4586515 w 9826172"/>
              <a:gd name="connsiteY46" fmla="*/ 4818743 h 5849257"/>
              <a:gd name="connsiteX47" fmla="*/ 4572000 w 9826172"/>
              <a:gd name="connsiteY47" fmla="*/ 4513943 h 5849257"/>
              <a:gd name="connsiteX48" fmla="*/ 4542972 w 9826172"/>
              <a:gd name="connsiteY48" fmla="*/ 4441371 h 5849257"/>
              <a:gd name="connsiteX49" fmla="*/ 4368800 w 9826172"/>
              <a:gd name="connsiteY49" fmla="*/ 4368800 h 5849257"/>
              <a:gd name="connsiteX50" fmla="*/ 4238172 w 9826172"/>
              <a:gd name="connsiteY50" fmla="*/ 4310743 h 5849257"/>
              <a:gd name="connsiteX51" fmla="*/ 4760686 w 9826172"/>
              <a:gd name="connsiteY51" fmla="*/ 4267200 h 5849257"/>
              <a:gd name="connsiteX52" fmla="*/ 5152572 w 9826172"/>
              <a:gd name="connsiteY52" fmla="*/ 4194628 h 5849257"/>
              <a:gd name="connsiteX53" fmla="*/ 5500915 w 9826172"/>
              <a:gd name="connsiteY53" fmla="*/ 4122057 h 5849257"/>
              <a:gd name="connsiteX54" fmla="*/ 5660572 w 9826172"/>
              <a:gd name="connsiteY54" fmla="*/ 3947885 h 5849257"/>
              <a:gd name="connsiteX55" fmla="*/ 5704115 w 9826172"/>
              <a:gd name="connsiteY55" fmla="*/ 4310743 h 5849257"/>
              <a:gd name="connsiteX56" fmla="*/ 5849258 w 9826172"/>
              <a:gd name="connsiteY56" fmla="*/ 4572000 h 5849257"/>
              <a:gd name="connsiteX57" fmla="*/ 5849258 w 9826172"/>
              <a:gd name="connsiteY57" fmla="*/ 4572000 h 5849257"/>
              <a:gd name="connsiteX58" fmla="*/ 5907315 w 9826172"/>
              <a:gd name="connsiteY58" fmla="*/ 4354285 h 5849257"/>
              <a:gd name="connsiteX59" fmla="*/ 6052458 w 9826172"/>
              <a:gd name="connsiteY59" fmla="*/ 4717143 h 5849257"/>
              <a:gd name="connsiteX60" fmla="*/ 6328229 w 9826172"/>
              <a:gd name="connsiteY60" fmla="*/ 5021943 h 5849257"/>
              <a:gd name="connsiteX61" fmla="*/ 6270172 w 9826172"/>
              <a:gd name="connsiteY61" fmla="*/ 4818743 h 5849257"/>
              <a:gd name="connsiteX62" fmla="*/ 6284686 w 9826172"/>
              <a:gd name="connsiteY62" fmla="*/ 4601028 h 5849257"/>
              <a:gd name="connsiteX63" fmla="*/ 6502400 w 9826172"/>
              <a:gd name="connsiteY63" fmla="*/ 4818743 h 5849257"/>
              <a:gd name="connsiteX64" fmla="*/ 6691086 w 9826172"/>
              <a:gd name="connsiteY64" fmla="*/ 4876800 h 5849257"/>
              <a:gd name="connsiteX65" fmla="*/ 6879772 w 9826172"/>
              <a:gd name="connsiteY65" fmla="*/ 4963885 h 5849257"/>
              <a:gd name="connsiteX66" fmla="*/ 7228115 w 9826172"/>
              <a:gd name="connsiteY66" fmla="*/ 4949371 h 5849257"/>
              <a:gd name="connsiteX67" fmla="*/ 7373258 w 9826172"/>
              <a:gd name="connsiteY67" fmla="*/ 4891314 h 5849257"/>
              <a:gd name="connsiteX68" fmla="*/ 7460343 w 9826172"/>
              <a:gd name="connsiteY68" fmla="*/ 4702628 h 5849257"/>
              <a:gd name="connsiteX69" fmla="*/ 7489372 w 9826172"/>
              <a:gd name="connsiteY69" fmla="*/ 4499428 h 5849257"/>
              <a:gd name="connsiteX70" fmla="*/ 7474858 w 9826172"/>
              <a:gd name="connsiteY70" fmla="*/ 4223657 h 5849257"/>
              <a:gd name="connsiteX71" fmla="*/ 7460343 w 9826172"/>
              <a:gd name="connsiteY71" fmla="*/ 4005943 h 5849257"/>
              <a:gd name="connsiteX72" fmla="*/ 7358743 w 9826172"/>
              <a:gd name="connsiteY72" fmla="*/ 3802743 h 5849257"/>
              <a:gd name="connsiteX73" fmla="*/ 7315200 w 9826172"/>
              <a:gd name="connsiteY73" fmla="*/ 3686628 h 5849257"/>
              <a:gd name="connsiteX74" fmla="*/ 7199086 w 9826172"/>
              <a:gd name="connsiteY74" fmla="*/ 3628571 h 5849257"/>
              <a:gd name="connsiteX75" fmla="*/ 6836229 w 9826172"/>
              <a:gd name="connsiteY75" fmla="*/ 3585028 h 5849257"/>
              <a:gd name="connsiteX76" fmla="*/ 6821715 w 9826172"/>
              <a:gd name="connsiteY76" fmla="*/ 3468914 h 5849257"/>
              <a:gd name="connsiteX77" fmla="*/ 7315200 w 9826172"/>
              <a:gd name="connsiteY77" fmla="*/ 3425371 h 5849257"/>
              <a:gd name="connsiteX78" fmla="*/ 7808686 w 9826172"/>
              <a:gd name="connsiteY78" fmla="*/ 3309257 h 5849257"/>
              <a:gd name="connsiteX79" fmla="*/ 7953829 w 9826172"/>
              <a:gd name="connsiteY79" fmla="*/ 3309257 h 5849257"/>
              <a:gd name="connsiteX80" fmla="*/ 8200572 w 9826172"/>
              <a:gd name="connsiteY80" fmla="*/ 3454400 h 5849257"/>
              <a:gd name="connsiteX81" fmla="*/ 8505372 w 9826172"/>
              <a:gd name="connsiteY81" fmla="*/ 3657600 h 5849257"/>
              <a:gd name="connsiteX82" fmla="*/ 8810172 w 9826172"/>
              <a:gd name="connsiteY82" fmla="*/ 3802743 h 5849257"/>
              <a:gd name="connsiteX83" fmla="*/ 9158515 w 9826172"/>
              <a:gd name="connsiteY83" fmla="*/ 4034971 h 5849257"/>
              <a:gd name="connsiteX84" fmla="*/ 9361715 w 9826172"/>
              <a:gd name="connsiteY84" fmla="*/ 4107543 h 5849257"/>
              <a:gd name="connsiteX85" fmla="*/ 9550400 w 9826172"/>
              <a:gd name="connsiteY85" fmla="*/ 4020457 h 5849257"/>
              <a:gd name="connsiteX86" fmla="*/ 9681029 w 9826172"/>
              <a:gd name="connsiteY86" fmla="*/ 3860800 h 5849257"/>
              <a:gd name="connsiteX87" fmla="*/ 9797143 w 9826172"/>
              <a:gd name="connsiteY87" fmla="*/ 3512457 h 5849257"/>
              <a:gd name="connsiteX88" fmla="*/ 9826172 w 9826172"/>
              <a:gd name="connsiteY88" fmla="*/ 3062514 h 5849257"/>
              <a:gd name="connsiteX89" fmla="*/ 9811658 w 9826172"/>
              <a:gd name="connsiteY89" fmla="*/ 2598057 h 5849257"/>
              <a:gd name="connsiteX90" fmla="*/ 9739086 w 9826172"/>
              <a:gd name="connsiteY90" fmla="*/ 2206171 h 5849257"/>
              <a:gd name="connsiteX91" fmla="*/ 9681029 w 9826172"/>
              <a:gd name="connsiteY91" fmla="*/ 1959428 h 5849257"/>
              <a:gd name="connsiteX92" fmla="*/ 9564915 w 9826172"/>
              <a:gd name="connsiteY92" fmla="*/ 1799771 h 5849257"/>
              <a:gd name="connsiteX93" fmla="*/ 9448800 w 9826172"/>
              <a:gd name="connsiteY93" fmla="*/ 1712685 h 5849257"/>
              <a:gd name="connsiteX94" fmla="*/ 9245600 w 9826172"/>
              <a:gd name="connsiteY94" fmla="*/ 1712685 h 5849257"/>
              <a:gd name="connsiteX95" fmla="*/ 8795658 w 9826172"/>
              <a:gd name="connsiteY95" fmla="*/ 1959428 h 5849257"/>
              <a:gd name="connsiteX96" fmla="*/ 8650515 w 9826172"/>
              <a:gd name="connsiteY96" fmla="*/ 2104571 h 5849257"/>
              <a:gd name="connsiteX97" fmla="*/ 8519886 w 9826172"/>
              <a:gd name="connsiteY97" fmla="*/ 2235200 h 5849257"/>
              <a:gd name="connsiteX98" fmla="*/ 8258629 w 9826172"/>
              <a:gd name="connsiteY98" fmla="*/ 2409371 h 5849257"/>
              <a:gd name="connsiteX99" fmla="*/ 8084458 w 9826172"/>
              <a:gd name="connsiteY99" fmla="*/ 2510971 h 5849257"/>
              <a:gd name="connsiteX100" fmla="*/ 7953829 w 9826172"/>
              <a:gd name="connsiteY100" fmla="*/ 2510971 h 5849257"/>
              <a:gd name="connsiteX101" fmla="*/ 7707086 w 9826172"/>
              <a:gd name="connsiteY101" fmla="*/ 2496457 h 5849257"/>
              <a:gd name="connsiteX102" fmla="*/ 7460343 w 9826172"/>
              <a:gd name="connsiteY102" fmla="*/ 2438400 h 5849257"/>
              <a:gd name="connsiteX103" fmla="*/ 7707086 w 9826172"/>
              <a:gd name="connsiteY103" fmla="*/ 2365828 h 5849257"/>
              <a:gd name="connsiteX104" fmla="*/ 7866743 w 9826172"/>
              <a:gd name="connsiteY104" fmla="*/ 2278743 h 5849257"/>
              <a:gd name="connsiteX105" fmla="*/ 7910286 w 9826172"/>
              <a:gd name="connsiteY105" fmla="*/ 2061028 h 5849257"/>
              <a:gd name="connsiteX106" fmla="*/ 7881258 w 9826172"/>
              <a:gd name="connsiteY106" fmla="*/ 1843314 h 5849257"/>
              <a:gd name="connsiteX107" fmla="*/ 7794172 w 9826172"/>
              <a:gd name="connsiteY107" fmla="*/ 1582057 h 5849257"/>
              <a:gd name="connsiteX108" fmla="*/ 7692572 w 9826172"/>
              <a:gd name="connsiteY108" fmla="*/ 1422400 h 5849257"/>
              <a:gd name="connsiteX109" fmla="*/ 7474858 w 9826172"/>
              <a:gd name="connsiteY109" fmla="*/ 1262743 h 5849257"/>
              <a:gd name="connsiteX110" fmla="*/ 7242629 w 9826172"/>
              <a:gd name="connsiteY110" fmla="*/ 1074057 h 5849257"/>
              <a:gd name="connsiteX111" fmla="*/ 7053943 w 9826172"/>
              <a:gd name="connsiteY111" fmla="*/ 972457 h 5849257"/>
              <a:gd name="connsiteX112" fmla="*/ 6908800 w 9826172"/>
              <a:gd name="connsiteY112" fmla="*/ 899885 h 5849257"/>
              <a:gd name="connsiteX113" fmla="*/ 6734629 w 9826172"/>
              <a:gd name="connsiteY113" fmla="*/ 899885 h 5849257"/>
              <a:gd name="connsiteX114" fmla="*/ 6604000 w 9826172"/>
              <a:gd name="connsiteY114" fmla="*/ 914400 h 5849257"/>
              <a:gd name="connsiteX115" fmla="*/ 6429829 w 9826172"/>
              <a:gd name="connsiteY115" fmla="*/ 1059543 h 5849257"/>
              <a:gd name="connsiteX116" fmla="*/ 6284686 w 9826172"/>
              <a:gd name="connsiteY116" fmla="*/ 1132114 h 5849257"/>
              <a:gd name="connsiteX117" fmla="*/ 6125029 w 9826172"/>
              <a:gd name="connsiteY117" fmla="*/ 1248228 h 5849257"/>
              <a:gd name="connsiteX118" fmla="*/ 6081486 w 9826172"/>
              <a:gd name="connsiteY118" fmla="*/ 1277257 h 5849257"/>
              <a:gd name="connsiteX119" fmla="*/ 5994400 w 9826172"/>
              <a:gd name="connsiteY119" fmla="*/ 1306285 h 5849257"/>
              <a:gd name="connsiteX120" fmla="*/ 5936343 w 9826172"/>
              <a:gd name="connsiteY120" fmla="*/ 1262743 h 5849257"/>
              <a:gd name="connsiteX121" fmla="*/ 5849258 w 9826172"/>
              <a:gd name="connsiteY121" fmla="*/ 1103085 h 5849257"/>
              <a:gd name="connsiteX122" fmla="*/ 5878286 w 9826172"/>
              <a:gd name="connsiteY122" fmla="*/ 957943 h 5849257"/>
              <a:gd name="connsiteX123" fmla="*/ 5820229 w 9826172"/>
              <a:gd name="connsiteY123" fmla="*/ 1030514 h 5849257"/>
              <a:gd name="connsiteX124" fmla="*/ 5704115 w 9826172"/>
              <a:gd name="connsiteY124" fmla="*/ 899885 h 5849257"/>
              <a:gd name="connsiteX125" fmla="*/ 5704115 w 9826172"/>
              <a:gd name="connsiteY125" fmla="*/ 812800 h 5849257"/>
              <a:gd name="connsiteX126" fmla="*/ 5588000 w 9826172"/>
              <a:gd name="connsiteY126" fmla="*/ 885371 h 5849257"/>
              <a:gd name="connsiteX127" fmla="*/ 5515429 w 9826172"/>
              <a:gd name="connsiteY127" fmla="*/ 812800 h 5849257"/>
              <a:gd name="connsiteX128" fmla="*/ 5486400 w 9826172"/>
              <a:gd name="connsiteY128" fmla="*/ 754743 h 5849257"/>
              <a:gd name="connsiteX129" fmla="*/ 5486400 w 9826172"/>
              <a:gd name="connsiteY129" fmla="*/ 609600 h 5849257"/>
              <a:gd name="connsiteX130" fmla="*/ 5399315 w 9826172"/>
              <a:gd name="connsiteY130" fmla="*/ 667657 h 5849257"/>
              <a:gd name="connsiteX131" fmla="*/ 5355772 w 9826172"/>
              <a:gd name="connsiteY131" fmla="*/ 711200 h 5849257"/>
              <a:gd name="connsiteX132" fmla="*/ 5210629 w 9826172"/>
              <a:gd name="connsiteY132" fmla="*/ 580571 h 5849257"/>
              <a:gd name="connsiteX133" fmla="*/ 5167086 w 9826172"/>
              <a:gd name="connsiteY133" fmla="*/ 406400 h 5849257"/>
              <a:gd name="connsiteX134" fmla="*/ 5094515 w 9826172"/>
              <a:gd name="connsiteY134" fmla="*/ 508000 h 5849257"/>
              <a:gd name="connsiteX135" fmla="*/ 5007429 w 9826172"/>
              <a:gd name="connsiteY135" fmla="*/ 609600 h 5849257"/>
              <a:gd name="connsiteX136" fmla="*/ 4905829 w 9826172"/>
              <a:gd name="connsiteY136" fmla="*/ 493485 h 5849257"/>
              <a:gd name="connsiteX137" fmla="*/ 4833258 w 9826172"/>
              <a:gd name="connsiteY137" fmla="*/ 406400 h 5849257"/>
              <a:gd name="connsiteX138" fmla="*/ 4862286 w 9826172"/>
              <a:gd name="connsiteY138" fmla="*/ 232228 h 5849257"/>
              <a:gd name="connsiteX139" fmla="*/ 4673600 w 9826172"/>
              <a:gd name="connsiteY139" fmla="*/ 449943 h 5849257"/>
              <a:gd name="connsiteX140" fmla="*/ 4557486 w 9826172"/>
              <a:gd name="connsiteY140" fmla="*/ 406400 h 5849257"/>
              <a:gd name="connsiteX141" fmla="*/ 4499429 w 9826172"/>
              <a:gd name="connsiteY141" fmla="*/ 319314 h 5849257"/>
              <a:gd name="connsiteX142" fmla="*/ 4470400 w 9826172"/>
              <a:gd name="connsiteY142" fmla="*/ 217714 h 5849257"/>
              <a:gd name="connsiteX143" fmla="*/ 4499429 w 9826172"/>
              <a:gd name="connsiteY143" fmla="*/ 87085 h 5849257"/>
              <a:gd name="connsiteX144" fmla="*/ 4354286 w 9826172"/>
              <a:gd name="connsiteY144" fmla="*/ 362857 h 5849257"/>
              <a:gd name="connsiteX145" fmla="*/ 4194629 w 9826172"/>
              <a:gd name="connsiteY145" fmla="*/ 304800 h 5849257"/>
              <a:gd name="connsiteX146" fmla="*/ 4122058 w 9826172"/>
              <a:gd name="connsiteY146" fmla="*/ 188685 h 5849257"/>
              <a:gd name="connsiteX147" fmla="*/ 4049486 w 9826172"/>
              <a:gd name="connsiteY147" fmla="*/ 0 h 5849257"/>
              <a:gd name="connsiteX148" fmla="*/ 3976915 w 9826172"/>
              <a:gd name="connsiteY148" fmla="*/ 217714 h 5849257"/>
              <a:gd name="connsiteX149" fmla="*/ 3918858 w 9826172"/>
              <a:gd name="connsiteY149" fmla="*/ 377371 h 5849257"/>
              <a:gd name="connsiteX150" fmla="*/ 3773715 w 9826172"/>
              <a:gd name="connsiteY150" fmla="*/ 348343 h 5849257"/>
              <a:gd name="connsiteX151" fmla="*/ 3657600 w 9826172"/>
              <a:gd name="connsiteY151" fmla="*/ 232228 h 5849257"/>
              <a:gd name="connsiteX152" fmla="*/ 3585029 w 9826172"/>
              <a:gd name="connsiteY152" fmla="*/ 72571 h 5849257"/>
              <a:gd name="connsiteX153" fmla="*/ 3454400 w 9826172"/>
              <a:gd name="connsiteY153" fmla="*/ 493485 h 5849257"/>
              <a:gd name="connsiteX154" fmla="*/ 3280229 w 9826172"/>
              <a:gd name="connsiteY154" fmla="*/ 449943 h 5849257"/>
              <a:gd name="connsiteX155" fmla="*/ 3207658 w 9826172"/>
              <a:gd name="connsiteY155" fmla="*/ 348343 h 5849257"/>
              <a:gd name="connsiteX156" fmla="*/ 3149600 w 9826172"/>
              <a:gd name="connsiteY156" fmla="*/ 130628 h 5849257"/>
              <a:gd name="connsiteX157" fmla="*/ 3048000 w 9826172"/>
              <a:gd name="connsiteY157" fmla="*/ 638628 h 5849257"/>
              <a:gd name="connsiteX158" fmla="*/ 2946400 w 9826172"/>
              <a:gd name="connsiteY158" fmla="*/ 638628 h 5849257"/>
              <a:gd name="connsiteX159" fmla="*/ 2830286 w 9826172"/>
              <a:gd name="connsiteY159" fmla="*/ 566057 h 5849257"/>
              <a:gd name="connsiteX160" fmla="*/ 2714172 w 9826172"/>
              <a:gd name="connsiteY160" fmla="*/ 406400 h 5849257"/>
              <a:gd name="connsiteX161" fmla="*/ 2714172 w 9826172"/>
              <a:gd name="connsiteY161" fmla="*/ 899885 h 5849257"/>
              <a:gd name="connsiteX162" fmla="*/ 2467429 w 9826172"/>
              <a:gd name="connsiteY162" fmla="*/ 754743 h 5849257"/>
              <a:gd name="connsiteX163" fmla="*/ 2627086 w 9826172"/>
              <a:gd name="connsiteY163" fmla="*/ 1233714 h 5849257"/>
              <a:gd name="connsiteX164" fmla="*/ 2569029 w 9826172"/>
              <a:gd name="connsiteY164" fmla="*/ 1277257 h 584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9826172" h="5849257">
                <a:moveTo>
                  <a:pt x="2569029" y="1277257"/>
                </a:moveTo>
                <a:lnTo>
                  <a:pt x="2409372" y="1335314"/>
                </a:lnTo>
                <a:lnTo>
                  <a:pt x="2235200" y="1422400"/>
                </a:lnTo>
                <a:lnTo>
                  <a:pt x="2104572" y="1509485"/>
                </a:lnTo>
                <a:lnTo>
                  <a:pt x="1973943" y="1625600"/>
                </a:lnTo>
                <a:lnTo>
                  <a:pt x="1843315" y="1698171"/>
                </a:lnTo>
                <a:lnTo>
                  <a:pt x="1640115" y="1770743"/>
                </a:lnTo>
                <a:lnTo>
                  <a:pt x="1582058" y="1901371"/>
                </a:lnTo>
                <a:lnTo>
                  <a:pt x="1291772" y="1944914"/>
                </a:lnTo>
                <a:lnTo>
                  <a:pt x="1161143" y="1959428"/>
                </a:lnTo>
                <a:lnTo>
                  <a:pt x="1001486" y="2032000"/>
                </a:lnTo>
                <a:lnTo>
                  <a:pt x="827315" y="2235200"/>
                </a:lnTo>
                <a:lnTo>
                  <a:pt x="653143" y="2336800"/>
                </a:lnTo>
                <a:lnTo>
                  <a:pt x="420915" y="2481943"/>
                </a:lnTo>
                <a:lnTo>
                  <a:pt x="348343" y="2569028"/>
                </a:lnTo>
                <a:lnTo>
                  <a:pt x="188686" y="2656114"/>
                </a:lnTo>
                <a:lnTo>
                  <a:pt x="116115" y="2786743"/>
                </a:lnTo>
                <a:lnTo>
                  <a:pt x="174172" y="2873828"/>
                </a:lnTo>
                <a:lnTo>
                  <a:pt x="391886" y="2975428"/>
                </a:lnTo>
                <a:lnTo>
                  <a:pt x="537029" y="3048000"/>
                </a:lnTo>
                <a:lnTo>
                  <a:pt x="711200" y="3193143"/>
                </a:lnTo>
                <a:lnTo>
                  <a:pt x="798286" y="3265714"/>
                </a:lnTo>
                <a:lnTo>
                  <a:pt x="537029" y="3294743"/>
                </a:lnTo>
                <a:lnTo>
                  <a:pt x="290286" y="3251200"/>
                </a:lnTo>
                <a:lnTo>
                  <a:pt x="174172" y="3280228"/>
                </a:lnTo>
                <a:lnTo>
                  <a:pt x="58058" y="3323771"/>
                </a:lnTo>
                <a:lnTo>
                  <a:pt x="0" y="3468914"/>
                </a:lnTo>
                <a:lnTo>
                  <a:pt x="188686" y="3570514"/>
                </a:lnTo>
                <a:lnTo>
                  <a:pt x="667658" y="3773714"/>
                </a:lnTo>
                <a:lnTo>
                  <a:pt x="1175658" y="3904343"/>
                </a:lnTo>
                <a:lnTo>
                  <a:pt x="1625600" y="4005943"/>
                </a:lnTo>
                <a:lnTo>
                  <a:pt x="1973943" y="4034971"/>
                </a:lnTo>
                <a:lnTo>
                  <a:pt x="2322286" y="4194628"/>
                </a:lnTo>
                <a:lnTo>
                  <a:pt x="2815772" y="4281714"/>
                </a:lnTo>
                <a:lnTo>
                  <a:pt x="3323772" y="4339771"/>
                </a:lnTo>
                <a:lnTo>
                  <a:pt x="3425372" y="4644571"/>
                </a:lnTo>
                <a:lnTo>
                  <a:pt x="3497943" y="5007428"/>
                </a:lnTo>
                <a:lnTo>
                  <a:pt x="3614058" y="5283200"/>
                </a:lnTo>
                <a:lnTo>
                  <a:pt x="3686629" y="5428343"/>
                </a:lnTo>
                <a:lnTo>
                  <a:pt x="3817258" y="5646057"/>
                </a:lnTo>
                <a:lnTo>
                  <a:pt x="3991429" y="5805714"/>
                </a:lnTo>
                <a:lnTo>
                  <a:pt x="4151086" y="5849257"/>
                </a:lnTo>
                <a:lnTo>
                  <a:pt x="4339772" y="5834743"/>
                </a:lnTo>
                <a:lnTo>
                  <a:pt x="4513943" y="5689600"/>
                </a:lnTo>
                <a:lnTo>
                  <a:pt x="4601029" y="5515428"/>
                </a:lnTo>
                <a:lnTo>
                  <a:pt x="4601029" y="5196114"/>
                </a:lnTo>
                <a:lnTo>
                  <a:pt x="4586515" y="4818743"/>
                </a:lnTo>
                <a:lnTo>
                  <a:pt x="4572000" y="4513943"/>
                </a:lnTo>
                <a:lnTo>
                  <a:pt x="4542972" y="4441371"/>
                </a:lnTo>
                <a:lnTo>
                  <a:pt x="4368800" y="4368800"/>
                </a:lnTo>
                <a:lnTo>
                  <a:pt x="4238172" y="4310743"/>
                </a:lnTo>
                <a:lnTo>
                  <a:pt x="4760686" y="4267200"/>
                </a:lnTo>
                <a:lnTo>
                  <a:pt x="5152572" y="4194628"/>
                </a:lnTo>
                <a:lnTo>
                  <a:pt x="5500915" y="4122057"/>
                </a:lnTo>
                <a:lnTo>
                  <a:pt x="5660572" y="3947885"/>
                </a:lnTo>
                <a:lnTo>
                  <a:pt x="5704115" y="4310743"/>
                </a:lnTo>
                <a:lnTo>
                  <a:pt x="5849258" y="4572000"/>
                </a:lnTo>
                <a:lnTo>
                  <a:pt x="5849258" y="4572000"/>
                </a:lnTo>
                <a:lnTo>
                  <a:pt x="5907315" y="4354285"/>
                </a:lnTo>
                <a:lnTo>
                  <a:pt x="6052458" y="4717143"/>
                </a:lnTo>
                <a:lnTo>
                  <a:pt x="6328229" y="5021943"/>
                </a:lnTo>
                <a:lnTo>
                  <a:pt x="6270172" y="4818743"/>
                </a:lnTo>
                <a:lnTo>
                  <a:pt x="6284686" y="4601028"/>
                </a:lnTo>
                <a:lnTo>
                  <a:pt x="6502400" y="4818743"/>
                </a:lnTo>
                <a:lnTo>
                  <a:pt x="6691086" y="4876800"/>
                </a:lnTo>
                <a:lnTo>
                  <a:pt x="6879772" y="4963885"/>
                </a:lnTo>
                <a:lnTo>
                  <a:pt x="7228115" y="4949371"/>
                </a:lnTo>
                <a:lnTo>
                  <a:pt x="7373258" y="4891314"/>
                </a:lnTo>
                <a:lnTo>
                  <a:pt x="7460343" y="4702628"/>
                </a:lnTo>
                <a:lnTo>
                  <a:pt x="7489372" y="4499428"/>
                </a:lnTo>
                <a:lnTo>
                  <a:pt x="7474858" y="4223657"/>
                </a:lnTo>
                <a:lnTo>
                  <a:pt x="7460343" y="4005943"/>
                </a:lnTo>
                <a:lnTo>
                  <a:pt x="7358743" y="3802743"/>
                </a:lnTo>
                <a:lnTo>
                  <a:pt x="7315200" y="3686628"/>
                </a:lnTo>
                <a:lnTo>
                  <a:pt x="7199086" y="3628571"/>
                </a:lnTo>
                <a:lnTo>
                  <a:pt x="6836229" y="3585028"/>
                </a:lnTo>
                <a:lnTo>
                  <a:pt x="6821715" y="3468914"/>
                </a:lnTo>
                <a:lnTo>
                  <a:pt x="7315200" y="3425371"/>
                </a:lnTo>
                <a:lnTo>
                  <a:pt x="7808686" y="3309257"/>
                </a:lnTo>
                <a:lnTo>
                  <a:pt x="7953829" y="3309257"/>
                </a:lnTo>
                <a:lnTo>
                  <a:pt x="8200572" y="3454400"/>
                </a:lnTo>
                <a:lnTo>
                  <a:pt x="8505372" y="3657600"/>
                </a:lnTo>
                <a:lnTo>
                  <a:pt x="8810172" y="3802743"/>
                </a:lnTo>
                <a:lnTo>
                  <a:pt x="9158515" y="4034971"/>
                </a:lnTo>
                <a:lnTo>
                  <a:pt x="9361715" y="4107543"/>
                </a:lnTo>
                <a:lnTo>
                  <a:pt x="9550400" y="4020457"/>
                </a:lnTo>
                <a:lnTo>
                  <a:pt x="9681029" y="3860800"/>
                </a:lnTo>
                <a:lnTo>
                  <a:pt x="9797143" y="3512457"/>
                </a:lnTo>
                <a:lnTo>
                  <a:pt x="9826172" y="3062514"/>
                </a:lnTo>
                <a:lnTo>
                  <a:pt x="9811658" y="2598057"/>
                </a:lnTo>
                <a:lnTo>
                  <a:pt x="9739086" y="2206171"/>
                </a:lnTo>
                <a:lnTo>
                  <a:pt x="9681029" y="1959428"/>
                </a:lnTo>
                <a:lnTo>
                  <a:pt x="9564915" y="1799771"/>
                </a:lnTo>
                <a:lnTo>
                  <a:pt x="9448800" y="1712685"/>
                </a:lnTo>
                <a:lnTo>
                  <a:pt x="9245600" y="1712685"/>
                </a:lnTo>
                <a:lnTo>
                  <a:pt x="8795658" y="1959428"/>
                </a:lnTo>
                <a:lnTo>
                  <a:pt x="8650515" y="2104571"/>
                </a:lnTo>
                <a:lnTo>
                  <a:pt x="8519886" y="2235200"/>
                </a:lnTo>
                <a:lnTo>
                  <a:pt x="8258629" y="2409371"/>
                </a:lnTo>
                <a:lnTo>
                  <a:pt x="8084458" y="2510971"/>
                </a:lnTo>
                <a:lnTo>
                  <a:pt x="7953829" y="2510971"/>
                </a:lnTo>
                <a:lnTo>
                  <a:pt x="7707086" y="2496457"/>
                </a:lnTo>
                <a:lnTo>
                  <a:pt x="7460343" y="2438400"/>
                </a:lnTo>
                <a:lnTo>
                  <a:pt x="7707086" y="2365828"/>
                </a:lnTo>
                <a:lnTo>
                  <a:pt x="7866743" y="2278743"/>
                </a:lnTo>
                <a:lnTo>
                  <a:pt x="7910286" y="2061028"/>
                </a:lnTo>
                <a:lnTo>
                  <a:pt x="7881258" y="1843314"/>
                </a:lnTo>
                <a:lnTo>
                  <a:pt x="7794172" y="1582057"/>
                </a:lnTo>
                <a:lnTo>
                  <a:pt x="7692572" y="1422400"/>
                </a:lnTo>
                <a:lnTo>
                  <a:pt x="7474858" y="1262743"/>
                </a:lnTo>
                <a:lnTo>
                  <a:pt x="7242629" y="1074057"/>
                </a:lnTo>
                <a:lnTo>
                  <a:pt x="7053943" y="972457"/>
                </a:lnTo>
                <a:lnTo>
                  <a:pt x="6908800" y="899885"/>
                </a:lnTo>
                <a:lnTo>
                  <a:pt x="6734629" y="899885"/>
                </a:lnTo>
                <a:lnTo>
                  <a:pt x="6604000" y="914400"/>
                </a:lnTo>
                <a:lnTo>
                  <a:pt x="6429829" y="1059543"/>
                </a:lnTo>
                <a:lnTo>
                  <a:pt x="6284686" y="1132114"/>
                </a:lnTo>
                <a:lnTo>
                  <a:pt x="6125029" y="1248228"/>
                </a:lnTo>
                <a:lnTo>
                  <a:pt x="6081486" y="1277257"/>
                </a:lnTo>
                <a:lnTo>
                  <a:pt x="5994400" y="1306285"/>
                </a:lnTo>
                <a:lnTo>
                  <a:pt x="5936343" y="1262743"/>
                </a:lnTo>
                <a:lnTo>
                  <a:pt x="5849258" y="1103085"/>
                </a:lnTo>
                <a:lnTo>
                  <a:pt x="5878286" y="957943"/>
                </a:lnTo>
                <a:lnTo>
                  <a:pt x="5820229" y="1030514"/>
                </a:lnTo>
                <a:lnTo>
                  <a:pt x="5704115" y="899885"/>
                </a:lnTo>
                <a:lnTo>
                  <a:pt x="5704115" y="812800"/>
                </a:lnTo>
                <a:lnTo>
                  <a:pt x="5588000" y="885371"/>
                </a:lnTo>
                <a:lnTo>
                  <a:pt x="5515429" y="812800"/>
                </a:lnTo>
                <a:lnTo>
                  <a:pt x="5486400" y="754743"/>
                </a:lnTo>
                <a:lnTo>
                  <a:pt x="5486400" y="609600"/>
                </a:lnTo>
                <a:lnTo>
                  <a:pt x="5399315" y="667657"/>
                </a:lnTo>
                <a:lnTo>
                  <a:pt x="5355772" y="711200"/>
                </a:lnTo>
                <a:lnTo>
                  <a:pt x="5210629" y="580571"/>
                </a:lnTo>
                <a:lnTo>
                  <a:pt x="5167086" y="406400"/>
                </a:lnTo>
                <a:lnTo>
                  <a:pt x="5094515" y="508000"/>
                </a:lnTo>
                <a:lnTo>
                  <a:pt x="5007429" y="609600"/>
                </a:lnTo>
                <a:lnTo>
                  <a:pt x="4905829" y="493485"/>
                </a:lnTo>
                <a:lnTo>
                  <a:pt x="4833258" y="406400"/>
                </a:lnTo>
                <a:lnTo>
                  <a:pt x="4862286" y="232228"/>
                </a:lnTo>
                <a:lnTo>
                  <a:pt x="4673600" y="449943"/>
                </a:lnTo>
                <a:lnTo>
                  <a:pt x="4557486" y="406400"/>
                </a:lnTo>
                <a:lnTo>
                  <a:pt x="4499429" y="319314"/>
                </a:lnTo>
                <a:lnTo>
                  <a:pt x="4470400" y="217714"/>
                </a:lnTo>
                <a:lnTo>
                  <a:pt x="4499429" y="87085"/>
                </a:lnTo>
                <a:lnTo>
                  <a:pt x="4354286" y="362857"/>
                </a:lnTo>
                <a:lnTo>
                  <a:pt x="4194629" y="304800"/>
                </a:lnTo>
                <a:lnTo>
                  <a:pt x="4122058" y="188685"/>
                </a:lnTo>
                <a:lnTo>
                  <a:pt x="4049486" y="0"/>
                </a:lnTo>
                <a:lnTo>
                  <a:pt x="3976915" y="217714"/>
                </a:lnTo>
                <a:lnTo>
                  <a:pt x="3918858" y="377371"/>
                </a:lnTo>
                <a:lnTo>
                  <a:pt x="3773715" y="348343"/>
                </a:lnTo>
                <a:lnTo>
                  <a:pt x="3657600" y="232228"/>
                </a:lnTo>
                <a:lnTo>
                  <a:pt x="3585029" y="72571"/>
                </a:lnTo>
                <a:lnTo>
                  <a:pt x="3454400" y="493485"/>
                </a:lnTo>
                <a:lnTo>
                  <a:pt x="3280229" y="449943"/>
                </a:lnTo>
                <a:lnTo>
                  <a:pt x="3207658" y="348343"/>
                </a:lnTo>
                <a:lnTo>
                  <a:pt x="3149600" y="130628"/>
                </a:lnTo>
                <a:lnTo>
                  <a:pt x="3048000" y="638628"/>
                </a:lnTo>
                <a:lnTo>
                  <a:pt x="2946400" y="638628"/>
                </a:lnTo>
                <a:lnTo>
                  <a:pt x="2830286" y="566057"/>
                </a:lnTo>
                <a:lnTo>
                  <a:pt x="2714172" y="406400"/>
                </a:lnTo>
                <a:lnTo>
                  <a:pt x="2714172" y="899885"/>
                </a:lnTo>
                <a:lnTo>
                  <a:pt x="2467429" y="754743"/>
                </a:lnTo>
                <a:lnTo>
                  <a:pt x="2627086" y="1233714"/>
                </a:lnTo>
                <a:lnTo>
                  <a:pt x="2569029" y="1277257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27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Zack Oyafuso</dc:creator>
  <cp:lastModifiedBy>Zack Oyafuso</cp:lastModifiedBy>
  <cp:revision>4</cp:revision>
  <dcterms:created xsi:type="dcterms:W3CDTF">2020-10-22T02:39:31Z</dcterms:created>
  <dcterms:modified xsi:type="dcterms:W3CDTF">2020-10-22T03:20:42Z</dcterms:modified>
</cp:coreProperties>
</file>